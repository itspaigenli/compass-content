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44bf255c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44bf25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w3schools.com/sql/trysql.asp?filename=trysql_asc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in the database connections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second slide you will find the fields present in all the tables in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W3Schools practice database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your own copy of these slides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 adding the lines between all of the connections and indicate what the primary key is for each table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things within the DB, for instance: Find the address for all customers who purchased “Chef Anton’s Gumbo Mix”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5100" y="141972"/>
            <a:ext cx="3905100" cy="6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Customers: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CustomerID (PK)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CustomerName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ContactName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Address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City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PostalCode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Country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Categories: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CategoryID (PK)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CategoryName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Employees: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EmployeeID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LastName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FirstName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BirthDate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Photo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Notes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Shippers: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ShipperID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ShipperName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Phone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4420100" y="-100050"/>
            <a:ext cx="4615500" cy="7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OrderDetails: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	</a:t>
            </a: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OrderDetailID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OrderID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ProductID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Quantity</a:t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Orders: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OrderID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CustomerID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EmployeeID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OrderDate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ShipperID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Products: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ProductID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ProductName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SupplierID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CategoryID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Unit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Price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Suppliers:</a:t>
            </a: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SupplierID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SupplierName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ContactName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Address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City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PostalCode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Country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	Phone</a:t>
            </a:r>
            <a:endParaRPr/>
          </a:p>
        </p:txBody>
      </p:sp>
      <p:cxnSp>
        <p:nvCxnSpPr>
          <p:cNvPr id="62" name="Google Shape;62;p14"/>
          <p:cNvCxnSpPr/>
          <p:nvPr/>
        </p:nvCxnSpPr>
        <p:spPr>
          <a:xfrm>
            <a:off x="2541350" y="565475"/>
            <a:ext cx="2378400" cy="1390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4"/>
          <p:cNvCxnSpPr/>
          <p:nvPr/>
        </p:nvCxnSpPr>
        <p:spPr>
          <a:xfrm>
            <a:off x="2454475" y="2607125"/>
            <a:ext cx="2432700" cy="1401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