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96B0BB-5938-441E-9997-B7D480466221}">
  <a:tblStyle styleId="{6C96B0BB-5938-441E-9997-B7D48046622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3775" y="395775"/>
            <a:ext cx="4380900" cy="438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 amt="49000"/>
          </a:blip>
          <a:stretch>
            <a:fillRect/>
          </a:stretch>
        </p:blipFill>
        <p:spPr>
          <a:xfrm>
            <a:off x="2313425" y="360825"/>
            <a:ext cx="4421862" cy="442186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2333900" y="396000"/>
            <a:ext cx="4380900" cy="4380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3500775" y="655100"/>
            <a:ext cx="2047200" cy="316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/>
        </p:nvSpPr>
        <p:spPr>
          <a:xfrm>
            <a:off x="6851375" y="847300"/>
            <a:ext cx="2047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Photos</a:t>
            </a:r>
            <a:r>
              <a:rPr lang="en" sz="1000"/>
              <a:t> must:</a:t>
            </a:r>
            <a:endParaRPr sz="1000"/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Be perfect squares no smaller than 1000 x 1000</a:t>
            </a:r>
            <a:endParaRPr sz="1000"/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Have a resolution of 200+</a:t>
            </a:r>
            <a:endParaRPr sz="1000"/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Be in the .png or .jpg format</a:t>
            </a:r>
            <a:endParaRPr sz="1000"/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Be titled in the following format: FirstName-LastName-2022-H2.png</a:t>
            </a:r>
            <a:endParaRPr sz="1000"/>
          </a:p>
        </p:txBody>
      </p:sp>
      <p:sp>
        <p:nvSpPr>
          <p:cNvPr id="59" name="Google Shape;59;p13"/>
          <p:cNvSpPr txBox="1"/>
          <p:nvPr/>
        </p:nvSpPr>
        <p:spPr>
          <a:xfrm>
            <a:off x="150125" y="395775"/>
            <a:ext cx="2047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Light should be natural light from a window but not directly shining onto the subject. The face should be well-lit but not shiny.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The background should be empty and white. Use remove.bg/t/change-background.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With glasses, the head should be tilted slightly up or down to reduce any glares.</a:t>
            </a:r>
            <a:endParaRPr sz="1000"/>
          </a:p>
        </p:txBody>
      </p:sp>
      <p:sp>
        <p:nvSpPr>
          <p:cNvPr id="60" name="Google Shape;60;p13"/>
          <p:cNvSpPr/>
          <p:nvPr/>
        </p:nvSpPr>
        <p:spPr>
          <a:xfrm>
            <a:off x="2333775" y="3915150"/>
            <a:ext cx="4380900" cy="861600"/>
          </a:xfrm>
          <a:prstGeom prst="snip2SameRect">
            <a:avLst>
              <a:gd fmla="val 29625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3500750" y="915200"/>
            <a:ext cx="20472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The head, neck, and hair should:</a:t>
            </a:r>
            <a:endParaRPr sz="1000">
              <a:solidFill>
                <a:schemeClr val="dk1"/>
              </a:solidFill>
            </a:endParaRPr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Fill up most of this gray rectangle</a:t>
            </a:r>
            <a:endParaRPr sz="1000">
              <a:solidFill>
                <a:schemeClr val="dk1"/>
              </a:solidFill>
            </a:endParaRPr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Not be higher than the top of the gray rectangle</a:t>
            </a:r>
            <a:endParaRPr sz="1000">
              <a:solidFill>
                <a:schemeClr val="dk1"/>
              </a:solidFill>
            </a:endParaRPr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Not be lower than the bottom of the gray rectangle</a:t>
            </a:r>
            <a:endParaRPr sz="1000">
              <a:solidFill>
                <a:schemeClr val="dk1"/>
              </a:solidFill>
            </a:endParaRPr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Be centered in the photo</a:t>
            </a:r>
            <a:endParaRPr sz="1000">
              <a:solidFill>
                <a:schemeClr val="dk1"/>
              </a:solidFill>
            </a:endParaRPr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Not be tilted to the side</a:t>
            </a:r>
            <a:endParaRPr sz="1000">
              <a:solidFill>
                <a:schemeClr val="dk1"/>
              </a:solidFill>
            </a:endParaRPr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Not have eyes, nose, or mouth covered by hair or a hat (exceptions for religious wear)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7011850" y="3058875"/>
            <a:ext cx="1921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Any n</a:t>
            </a:r>
            <a:r>
              <a:rPr lang="en" sz="1000"/>
              <a:t>ecklaces should be simple and centered with the shirt’s neckline or the chest. It’s usually best to avoid necklaces, though.</a:t>
            </a:r>
            <a:br>
              <a:rPr lang="en" sz="1000"/>
            </a:br>
            <a:br>
              <a:rPr lang="en" sz="1000"/>
            </a:br>
            <a:r>
              <a:rPr lang="en" sz="1000"/>
              <a:t>If you’re unsure about your photo, submitting a larger, more zoomed-out one is easier for us to crop correctly.</a:t>
            </a:r>
            <a:endParaRPr sz="1000"/>
          </a:p>
        </p:txBody>
      </p:sp>
      <p:sp>
        <p:nvSpPr>
          <p:cNvPr id="63" name="Google Shape;63;p13"/>
          <p:cNvSpPr txBox="1"/>
          <p:nvPr/>
        </p:nvSpPr>
        <p:spPr>
          <a:xfrm>
            <a:off x="2333775" y="4128150"/>
            <a:ext cx="438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Shoulders should be equally represented and reach all the way to the edges of the square. </a:t>
            </a:r>
            <a:r>
              <a:rPr lang="en" sz="1000">
                <a:solidFill>
                  <a:schemeClr val="dk1"/>
                </a:solidFill>
              </a:rPr>
              <a:t>For side photos, the head should be just slightly turned to the side without turning the shoulders.</a:t>
            </a:r>
            <a:endParaRPr sz="1000"/>
          </a:p>
        </p:txBody>
      </p:sp>
      <p:sp>
        <p:nvSpPr>
          <p:cNvPr id="64" name="Google Shape;64;p13"/>
          <p:cNvSpPr txBox="1"/>
          <p:nvPr/>
        </p:nvSpPr>
        <p:spPr>
          <a:xfrm>
            <a:off x="3127600" y="4776675"/>
            <a:ext cx="291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No hands should show in the photo.</a:t>
            </a:r>
            <a:endParaRPr sz="1000"/>
          </a:p>
        </p:txBody>
      </p:sp>
      <p:sp>
        <p:nvSpPr>
          <p:cNvPr id="65" name="Google Shape;65;p13"/>
          <p:cNvSpPr txBox="1"/>
          <p:nvPr/>
        </p:nvSpPr>
        <p:spPr>
          <a:xfrm>
            <a:off x="150125" y="2486975"/>
            <a:ext cx="2047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Shirts/tops should:</a:t>
            </a:r>
            <a:endParaRPr sz="1000">
              <a:solidFill>
                <a:schemeClr val="dk1"/>
              </a:solidFill>
            </a:endParaRPr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Be solid (no patterns or logos)</a:t>
            </a:r>
            <a:endParaRPr sz="1000">
              <a:solidFill>
                <a:schemeClr val="dk1"/>
              </a:solidFill>
            </a:endParaRPr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C</a:t>
            </a:r>
            <a:r>
              <a:rPr lang="en" sz="1000">
                <a:solidFill>
                  <a:schemeClr val="dk1"/>
                </a:solidFill>
              </a:rPr>
              <a:t>over the shoulders and cleavage</a:t>
            </a:r>
            <a:endParaRPr sz="1000">
              <a:solidFill>
                <a:schemeClr val="dk1"/>
              </a:solidFill>
            </a:endParaRPr>
          </a:p>
          <a:p>
            <a:pPr indent="-200660" lvl="0" marL="27432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Be saturated teal, cobalt blue, purple, pink, or maroon, similar to the following: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150125" y="1770725"/>
            <a:ext cx="204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3563200" y="3127725"/>
            <a:ext cx="192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Please smile, ideally with some teeth!</a:t>
            </a:r>
            <a:endParaRPr sz="1000"/>
          </a:p>
        </p:txBody>
      </p:sp>
      <p:graphicFrame>
        <p:nvGraphicFramePr>
          <p:cNvPr id="68" name="Google Shape;68;p13"/>
          <p:cNvGraphicFramePr/>
          <p:nvPr/>
        </p:nvGraphicFramePr>
        <p:xfrm>
          <a:off x="258975" y="399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{6C96B0BB-5938-441E-9997-B7D480466221}</a:tableStyleId>
              </a:tblPr>
              <a:tblGrid>
                <a:gridCol w="457375"/>
                <a:gridCol w="457375"/>
                <a:gridCol w="457375"/>
                <a:gridCol w="45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134F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99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3D85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rgbClr val="A64D7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