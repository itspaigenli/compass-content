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Lat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ato-bold.fntdata"/><Relationship Id="rId6" Type="http://schemas.openxmlformats.org/officeDocument/2006/relationships/slide" Target="slides/slide2.xml"/><Relationship Id="rId18" Type="http://schemas.openxmlformats.org/officeDocument/2006/relationships/font" Target="fonts/La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2ccc6273c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2ccc6273c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fcec286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fcec286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fcec2862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fcec2862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fcec2862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fcec2862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fcec2862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fcec2862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cec2862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fcec2862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fcec2862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fcec2862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fcec2862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fcec2862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fcec2862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fcec2862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fcec2862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fcec2862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2ccc6273c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2ccc6273c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2b045fc2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2b045fc2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s://opensource.com/resources/what-is-linux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opensource.com/life/13/6/learning-program-open-source-way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opensource.com/resources/what-open-source" TargetMode="External"/><Relationship Id="rId5" Type="http://schemas.openxmlformats.org/officeDocument/2006/relationships/hyperlink" Target="http://www.fsf.org/" TargetMode="External"/><Relationship Id="rId6" Type="http://schemas.openxmlformats.org/officeDocument/2006/relationships/hyperlink" Target="https://opensource.org/" TargetMode="External"/><Relationship Id="rId7" Type="http://schemas.openxmlformats.org/officeDocument/2006/relationships/hyperlink" Target="https://github.com/MunGell/awesome-for-beginners#javascri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Open Source Projects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What is Open Source?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311700" y="1017725"/>
            <a:ext cx="85206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A product people can modify and share because its design is publicly accessible.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Usually software, but not always.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"Proprietary" or "closed source" software is...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… source code that only the person, team, or organization who created it can modify.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What is An Open Source Project?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11700" y="1017725"/>
            <a:ext cx="85206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An entire piece of usable software whose source code is openly available to the public.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Open source projects celebrate principles of open exchange, collaboration, rapid prototyping and transparency.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Its contributors or repository owners make the source code available to others who would like to view that code, copy it, learn from it, alter it, or share it.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Popular Open Source Projects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311700" y="1017725"/>
            <a:ext cx="85206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Python language.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jQuery JavaScript library.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Swift language for iOS development.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Android.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Linux - a popular operating system among developers.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Bash - the language of your terminal.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MySQL DB - scalable, cluster based, database.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</a:pPr>
            <a:r>
              <a:rPr lang="en" sz="1800">
                <a:solidFill>
                  <a:srgbClr val="545454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Cluster enables users to meet the database challenges of next generation web, cloud, and communications services with uncompromising scalability, uptime and agility.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Internet Was Built on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Open Source Technologies!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/>
        </p:nvSpPr>
        <p:spPr>
          <a:xfrm>
            <a:off x="311700" y="1763525"/>
            <a:ext cx="85206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Because early inventors built much of the Internet on open source technologies—like </a:t>
            </a:r>
            <a:r>
              <a:rPr lang="en" sz="2400" u="sng">
                <a:solidFill>
                  <a:srgbClr val="0098C3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Linux operating system</a:t>
            </a:r>
            <a:r>
              <a:rPr lang="en" sz="2400">
                <a:latin typeface="Lato"/>
                <a:ea typeface="Lato"/>
                <a:cs typeface="Lato"/>
                <a:sym typeface="Lato"/>
              </a:rPr>
              <a:t> and the Apache Web server application—anyone using the Internet today benefits from open source software.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Why Do People Love Open Source?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311700" y="1152650"/>
            <a:ext cx="8520600" cy="25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b="1" lang="en" sz="2400">
                <a:latin typeface="Lato"/>
                <a:ea typeface="Lato"/>
                <a:cs typeface="Lato"/>
                <a:sym typeface="Lato"/>
              </a:rPr>
              <a:t>More c</a:t>
            </a:r>
            <a:r>
              <a:rPr b="1" lang="en" sz="2400">
                <a:latin typeface="Lato"/>
                <a:ea typeface="Lato"/>
                <a:cs typeface="Lato"/>
                <a:sym typeface="Lato"/>
              </a:rPr>
              <a:t>ontrol</a:t>
            </a:r>
            <a:endParaRPr b="1" sz="2400"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Developers and users have more control over open source software.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They can test the code to make sure it works as intended.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They can change the parts that need improvement.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Why Do People Love Open Source?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311700" y="1017725"/>
            <a:ext cx="8520600" cy="26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b="1" lang="en" sz="2400">
                <a:latin typeface="Lato"/>
                <a:ea typeface="Lato"/>
                <a:cs typeface="Lato"/>
                <a:sym typeface="Lato"/>
              </a:rPr>
              <a:t>Training</a:t>
            </a:r>
            <a:endParaRPr b="1" sz="2400"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Lato"/>
              <a:buChar char="○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Open source software helps people </a:t>
            </a:r>
            <a:r>
              <a:rPr lang="en" sz="2400" u="sng">
                <a:solidFill>
                  <a:srgbClr val="0098C3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become better programmers</a:t>
            </a:r>
            <a:r>
              <a:rPr lang="en" sz="2400">
                <a:latin typeface="Lato"/>
                <a:ea typeface="Lato"/>
                <a:cs typeface="Lato"/>
                <a:sym typeface="Lato"/>
              </a:rPr>
              <a:t>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Because open source code is publicly accessible, programmers can study it to learn how to write better software. 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Programmers can also share their work with others, inviting comments, code reviews and critique.</a:t>
            </a:r>
            <a:endParaRPr b="1"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Why Do People Love Open Source?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311700" y="1017725"/>
            <a:ext cx="85206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b="1" lang="en" sz="2400">
                <a:latin typeface="Lato"/>
                <a:ea typeface="Lato"/>
                <a:cs typeface="Lato"/>
                <a:sym typeface="Lato"/>
              </a:rPr>
              <a:t>Security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Open source software is often considered more secure and stable than proprietary software.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Because anyone can view and modify open source software, someone might spot and correct errors or omissions that a program's original authors might have missed.</a:t>
            </a:r>
            <a:endParaRPr b="1" sz="2400">
              <a:highlight>
                <a:srgbClr val="F4F4F4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Why Do People Love Open Source?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311700" y="1017725"/>
            <a:ext cx="85206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rPr b="1"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Collaboration</a:t>
            </a:r>
            <a:endParaRPr b="1"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Programmers who have access to a program's source code can improve that program by adding features to it or fixing parts that don't always work correctly.</a:t>
            </a:r>
            <a:endParaRPr sz="2400">
              <a:solidFill>
                <a:srgbClr val="44444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sz="2400">
              <a:solidFill>
                <a:srgbClr val="444444"/>
              </a:solidFill>
              <a:highlight>
                <a:srgbClr val="F4F4F4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Types of Open Source Licenses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311700" y="1017725"/>
            <a:ext cx="85206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MIT License (most popular)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“Do whatever you want! Just don’t sue me”.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BSD 3-Clause License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MIT + “Don’t use my name in promotion without asking me”.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Apache 2.0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○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“I hereby grant you the patent rights”.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How to Find An Open Source Project to Contribute to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/>
        </p:nvSpPr>
        <p:spPr>
          <a:xfrm>
            <a:off x="311700" y="1017725"/>
            <a:ext cx="85206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AutoNum type="arabicPeriod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Some ideas: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AutoNum type="alphaLcPeriod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Visit websites and GitHub repos of libraries or languages you use.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AutoNum type="alphaLcPeriod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Ask on a tech-related board (Quora, Tech Ladies on FB).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AutoNum type="alphaLcPeriod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Google: “open source projects for beginners”.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AutoNum type="arabicPeriod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Then, contact the organizer or owner of the GitHub repo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AutoNum type="alphaLcPeriod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Ask if they need help with development, testing, or writing documentation.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AutoNum type="alphaLcPeriod"/>
            </a:pP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Ask if they have any beginner-friendly issues you could work on.</a:t>
            </a: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1498800"/>
            <a:ext cx="85206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Questions about open source projects?</a:t>
            </a:r>
            <a:endParaRPr b="1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More Open Source Resources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311700" y="1073800"/>
            <a:ext cx="8520600" cy="3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opensource.com</a:t>
            </a:r>
            <a:r>
              <a:rPr lang="en" sz="2400">
                <a:latin typeface="Lato"/>
                <a:ea typeface="Lato"/>
                <a:cs typeface="Lato"/>
                <a:sym typeface="Lato"/>
              </a:rPr>
              <a:t> provides much of the content in this lecture.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Free Software Foundation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6"/>
              </a:rPr>
              <a:t>Opensource.org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7"/>
              </a:rPr>
              <a:t>Tons of beginner-friendly open source JavaScript projects you can contribute to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