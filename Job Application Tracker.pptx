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nter"/>
      <p:regular r:id="rId16"/>
      <p:bold r:id="rId17"/>
      <p:italic r:id="rId18"/>
      <p:boldItalic r:id="rId19"/>
    </p:embeddedFont>
    <p:embeddedFont>
      <p:font typeface="Inter Medium"/>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regular.fntdata"/><Relationship Id="rId22" Type="http://schemas.openxmlformats.org/officeDocument/2006/relationships/font" Target="fonts/InterMedium-italic.fntdata"/><Relationship Id="rId21" Type="http://schemas.openxmlformats.org/officeDocument/2006/relationships/font" Target="fonts/InterMedium-bold.fntdata"/><Relationship Id="rId23" Type="http://schemas.openxmlformats.org/officeDocument/2006/relationships/font" Target="fonts/Inter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bold.fntdata"/><Relationship Id="rId16" Type="http://schemas.openxmlformats.org/officeDocument/2006/relationships/font" Target="fonts/Inter-regular.fntdata"/><Relationship Id="rId19" Type="http://schemas.openxmlformats.org/officeDocument/2006/relationships/font" Target="fonts/Inter-boldItalic.fntdata"/><Relationship Id="rId18"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07354cb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b07354cb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b07354cbf9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b07354cbf9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b07354cbf9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b07354cbf9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b07354cbf9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b07354cbf9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07354cbf9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b07354cbf9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b07354cbf9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b07354cbf9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b07354cbf9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b07354cbf9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b07354cbf9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b07354cbf9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b07354cbf9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b07354cbf9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58" name="Shape 58"/>
        <p:cNvGrpSpPr/>
        <p:nvPr/>
      </p:nvGrpSpPr>
      <p:grpSpPr>
        <a:xfrm>
          <a:off x="0" y="0"/>
          <a:ext cx="0" cy="0"/>
          <a:chOff x="0" y="0"/>
          <a:chExt cx="0" cy="0"/>
        </a:xfrm>
      </p:grpSpPr>
      <p:sp>
        <p:nvSpPr>
          <p:cNvPr id="59" name="Google Shape;59;p14"/>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60" name="Google Shape;60;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66" name="Google Shape;66;p1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69" name="Shape 69"/>
        <p:cNvGrpSpPr/>
        <p:nvPr/>
      </p:nvGrpSpPr>
      <p:grpSpPr>
        <a:xfrm>
          <a:off x="0" y="0"/>
          <a:ext cx="0" cy="0"/>
          <a:chOff x="0" y="0"/>
          <a:chExt cx="0" cy="0"/>
        </a:xfrm>
      </p:grpSpPr>
      <p:sp>
        <p:nvSpPr>
          <p:cNvPr id="70" name="Google Shape;70;p16"/>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 name="Google Shape;71;p1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74" name="Shape 74"/>
        <p:cNvGrpSpPr/>
        <p:nvPr/>
      </p:nvGrpSpPr>
      <p:grpSpPr>
        <a:xfrm>
          <a:off x="0" y="0"/>
          <a:ext cx="0" cy="0"/>
          <a:chOff x="0" y="0"/>
          <a:chExt cx="0" cy="0"/>
        </a:xfrm>
      </p:grpSpPr>
      <p:sp>
        <p:nvSpPr>
          <p:cNvPr id="75" name="Google Shape;75;p17"/>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76" name="Google Shape;76;p17"/>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77" name="Google Shape;77;p1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80" name="Shape 80"/>
        <p:cNvGrpSpPr/>
        <p:nvPr/>
      </p:nvGrpSpPr>
      <p:grpSpPr>
        <a:xfrm>
          <a:off x="0" y="0"/>
          <a:ext cx="0" cy="0"/>
          <a:chOff x="0" y="0"/>
          <a:chExt cx="0" cy="0"/>
        </a:xfrm>
      </p:grpSpPr>
      <p:cxnSp>
        <p:nvCxnSpPr>
          <p:cNvPr id="81" name="Google Shape;81;p18"/>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18"/>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83" name="Google Shape;83;p18"/>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84" name="Google Shape;84;p1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6" name="Google Shape;86;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7" name="Google Shape;87;p18"/>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88" name="Shape 88"/>
        <p:cNvGrpSpPr/>
        <p:nvPr/>
      </p:nvGrpSpPr>
      <p:grpSpPr>
        <a:xfrm>
          <a:off x="0" y="0"/>
          <a:ext cx="0" cy="0"/>
          <a:chOff x="0" y="0"/>
          <a:chExt cx="0" cy="0"/>
        </a:xfrm>
      </p:grpSpPr>
      <p:sp>
        <p:nvSpPr>
          <p:cNvPr id="89" name="Google Shape;89;p1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90" name="Google Shape;90;p1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1" name="Google Shape;91;p19"/>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92" name="Google Shape;92;p19"/>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93" name="Google Shape;93;p1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5" name="Google Shape;95;p1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98" name="Google Shape;98;p20"/>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99" name="Google Shape;99;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2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0"/>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03" name="Shape 103"/>
        <p:cNvGrpSpPr/>
        <p:nvPr/>
      </p:nvGrpSpPr>
      <p:grpSpPr>
        <a:xfrm>
          <a:off x="0" y="0"/>
          <a:ext cx="0" cy="0"/>
          <a:chOff x="0" y="0"/>
          <a:chExt cx="0" cy="0"/>
        </a:xfrm>
      </p:grpSpPr>
      <p:sp>
        <p:nvSpPr>
          <p:cNvPr id="104" name="Google Shape;104;p2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06" name="Google Shape;106;p21"/>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07" name="Shape 107"/>
        <p:cNvGrpSpPr/>
        <p:nvPr/>
      </p:nvGrpSpPr>
      <p:grpSpPr>
        <a:xfrm>
          <a:off x="0" y="0"/>
          <a:ext cx="0" cy="0"/>
          <a:chOff x="0" y="0"/>
          <a:chExt cx="0" cy="0"/>
        </a:xfrm>
      </p:grpSpPr>
      <p:sp>
        <p:nvSpPr>
          <p:cNvPr id="108" name="Google Shape;108;p22"/>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109" name="Google Shape;109;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2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2" name="Google Shape;112;p22"/>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3" name="Google Shape;113;p22"/>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4" name="Google Shape;114;p22"/>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5" name="Google Shape;115;p22"/>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6" name="Google Shape;116;p22"/>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7" name="Google Shape;117;p22"/>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8" name="Google Shape;118;p22"/>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9" name="Google Shape;119;p22"/>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20" name="Shape 120"/>
        <p:cNvGrpSpPr/>
        <p:nvPr/>
      </p:nvGrpSpPr>
      <p:grpSpPr>
        <a:xfrm>
          <a:off x="0" y="0"/>
          <a:ext cx="0" cy="0"/>
          <a:chOff x="0" y="0"/>
          <a:chExt cx="0" cy="0"/>
        </a:xfrm>
      </p:grpSpPr>
      <p:sp>
        <p:nvSpPr>
          <p:cNvPr id="121" name="Google Shape;121;p23"/>
          <p:cNvSpPr/>
          <p:nvPr>
            <p:ph idx="2" type="pic"/>
          </p:nvPr>
        </p:nvSpPr>
        <p:spPr>
          <a:xfrm>
            <a:off x="283850" y="2178075"/>
            <a:ext cx="4227600" cy="2505600"/>
          </a:xfrm>
          <a:prstGeom prst="rect">
            <a:avLst/>
          </a:prstGeom>
          <a:noFill/>
          <a:ln>
            <a:noFill/>
          </a:ln>
        </p:spPr>
      </p:sp>
      <p:sp>
        <p:nvSpPr>
          <p:cNvPr id="122" name="Google Shape;122;p2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4" name="Google Shape;124;p2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5" name="Google Shape;125;p23"/>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6" name="Google Shape;126;p23"/>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7" name="Google Shape;127;p23"/>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28" name="Shape 128"/>
        <p:cNvGrpSpPr/>
        <p:nvPr/>
      </p:nvGrpSpPr>
      <p:grpSpPr>
        <a:xfrm>
          <a:off x="0" y="0"/>
          <a:ext cx="0" cy="0"/>
          <a:chOff x="0" y="0"/>
          <a:chExt cx="0" cy="0"/>
        </a:xfrm>
      </p:grpSpPr>
      <p:sp>
        <p:nvSpPr>
          <p:cNvPr id="129" name="Google Shape;129;p24"/>
          <p:cNvSpPr/>
          <p:nvPr>
            <p:ph idx="2" type="pic"/>
          </p:nvPr>
        </p:nvSpPr>
        <p:spPr>
          <a:xfrm>
            <a:off x="4629750" y="0"/>
            <a:ext cx="4227000" cy="4683600"/>
          </a:xfrm>
          <a:prstGeom prst="roundRect">
            <a:avLst>
              <a:gd fmla="val 0" name="adj"/>
            </a:avLst>
          </a:prstGeom>
          <a:noFill/>
          <a:ln>
            <a:noFill/>
          </a:ln>
        </p:spPr>
      </p:sp>
      <p:sp>
        <p:nvSpPr>
          <p:cNvPr id="130" name="Google Shape;130;p2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24"/>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2" name="Google Shape;132;p24"/>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33" name="Google Shape;133;p24"/>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24"/>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35" name="Shape 135"/>
        <p:cNvGrpSpPr/>
        <p:nvPr/>
      </p:nvGrpSpPr>
      <p:grpSpPr>
        <a:xfrm>
          <a:off x="0" y="0"/>
          <a:ext cx="0" cy="0"/>
          <a:chOff x="0" y="0"/>
          <a:chExt cx="0" cy="0"/>
        </a:xfrm>
      </p:grpSpPr>
      <p:sp>
        <p:nvSpPr>
          <p:cNvPr id="136" name="Google Shape;136;p25"/>
          <p:cNvSpPr/>
          <p:nvPr>
            <p:ph idx="2" type="pic"/>
          </p:nvPr>
        </p:nvSpPr>
        <p:spPr>
          <a:xfrm>
            <a:off x="270275" y="3132475"/>
            <a:ext cx="2770500" cy="1551000"/>
          </a:xfrm>
          <a:prstGeom prst="roundRect">
            <a:avLst>
              <a:gd fmla="val 0" name="adj"/>
            </a:avLst>
          </a:prstGeom>
          <a:noFill/>
          <a:ln>
            <a:noFill/>
          </a:ln>
        </p:spPr>
      </p:sp>
      <p:sp>
        <p:nvSpPr>
          <p:cNvPr id="137" name="Google Shape;137;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9" name="Google Shape;139;p25"/>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0" name="Google Shape;140;p25"/>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1" name="Google Shape;141;p25"/>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2" name="Google Shape;142;p25"/>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43" name="Shape 143"/>
        <p:cNvGrpSpPr/>
        <p:nvPr/>
      </p:nvGrpSpPr>
      <p:grpSpPr>
        <a:xfrm>
          <a:off x="0" y="0"/>
          <a:ext cx="0" cy="0"/>
          <a:chOff x="0" y="0"/>
          <a:chExt cx="0" cy="0"/>
        </a:xfrm>
      </p:grpSpPr>
      <p:sp>
        <p:nvSpPr>
          <p:cNvPr id="144" name="Google Shape;144;p26"/>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5" name="Google Shape;145;p26"/>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6" name="Google Shape;146;p26"/>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47" name="Google Shape;147;p26"/>
          <p:cNvSpPr/>
          <p:nvPr>
            <p:ph idx="3" type="pic"/>
          </p:nvPr>
        </p:nvSpPr>
        <p:spPr>
          <a:xfrm>
            <a:off x="283850" y="0"/>
            <a:ext cx="4227000" cy="4683600"/>
          </a:xfrm>
          <a:prstGeom prst="roundRect">
            <a:avLst>
              <a:gd fmla="val 0" name="adj"/>
            </a:avLst>
          </a:prstGeom>
          <a:noFill/>
          <a:ln>
            <a:noFill/>
          </a:ln>
        </p:spPr>
      </p:sp>
      <p:sp>
        <p:nvSpPr>
          <p:cNvPr id="148" name="Google Shape;148;p2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26"/>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0" name="Google Shape;150;p26"/>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4" name="Google Shape;154;p2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2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6" name="Google Shape;156;p27"/>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57" name="Google Shape;157;p27"/>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58" name="Google Shape;158;p27"/>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59" name="Google Shape;159;p27"/>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0" name="Google Shape;160;p27"/>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1" name="Google Shape;161;p27"/>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2" name="Google Shape;162;p27"/>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3" name="Google Shape;163;p27"/>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4" name="Google Shape;164;p27"/>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65" name="Shape 165"/>
        <p:cNvGrpSpPr/>
        <p:nvPr/>
      </p:nvGrpSpPr>
      <p:grpSpPr>
        <a:xfrm>
          <a:off x="0" y="0"/>
          <a:ext cx="0" cy="0"/>
          <a:chOff x="0" y="0"/>
          <a:chExt cx="0" cy="0"/>
        </a:xfrm>
      </p:grpSpPr>
      <p:sp>
        <p:nvSpPr>
          <p:cNvPr id="166" name="Google Shape;166;p28"/>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7" name="Google Shape;167;p28"/>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8" name="Google Shape;168;p28"/>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9" name="Google Shape;169;p28"/>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70" name="Google Shape;170;p28"/>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1" name="Google Shape;171;p2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28"/>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73" name="Google Shape;173;p28"/>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4" name="Google Shape;174;p28"/>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5" name="Google Shape;175;p28"/>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6" name="Google Shape;176;p28"/>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77" name="Google Shape;177;p28"/>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78" name="Google Shape;178;p28"/>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79" name="Shape 179"/>
        <p:cNvGrpSpPr/>
        <p:nvPr/>
      </p:nvGrpSpPr>
      <p:grpSpPr>
        <a:xfrm>
          <a:off x="0" y="0"/>
          <a:ext cx="0" cy="0"/>
          <a:chOff x="0" y="0"/>
          <a:chExt cx="0" cy="0"/>
        </a:xfrm>
      </p:grpSpPr>
      <p:sp>
        <p:nvSpPr>
          <p:cNvPr id="180" name="Google Shape;180;p29"/>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1" name="Google Shape;181;p29"/>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2" name="Google Shape;182;p29"/>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3" name="Google Shape;183;p29"/>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84" name="Google Shape;184;p29"/>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5" name="Google Shape;185;p2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9"/>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87" name="Google Shape;187;p29"/>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8" name="Google Shape;188;p29"/>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9" name="Google Shape;189;p29"/>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90" name="Shape 190"/>
        <p:cNvGrpSpPr/>
        <p:nvPr/>
      </p:nvGrpSpPr>
      <p:grpSpPr>
        <a:xfrm>
          <a:off x="0" y="0"/>
          <a:ext cx="0" cy="0"/>
          <a:chOff x="0" y="0"/>
          <a:chExt cx="0" cy="0"/>
        </a:xfrm>
      </p:grpSpPr>
      <p:sp>
        <p:nvSpPr>
          <p:cNvPr id="191" name="Google Shape;191;p3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30"/>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93" name="Google Shape;193;p3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3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30"/>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6" name="Google Shape;196;p30"/>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7" name="Google Shape;197;p30"/>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98" name="Shape 198"/>
        <p:cNvGrpSpPr/>
        <p:nvPr/>
      </p:nvGrpSpPr>
      <p:grpSpPr>
        <a:xfrm>
          <a:off x="0" y="0"/>
          <a:ext cx="0" cy="0"/>
          <a:chOff x="0" y="0"/>
          <a:chExt cx="0" cy="0"/>
        </a:xfrm>
      </p:grpSpPr>
      <p:sp>
        <p:nvSpPr>
          <p:cNvPr id="199" name="Google Shape;199;p31"/>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0" name="Google Shape;200;p31"/>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1" name="Google Shape;201;p31"/>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2" name="Google Shape;202;p31"/>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203" name="Google Shape;203;p31"/>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31"/>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31"/>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6" name="Google Shape;206;p31"/>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7" name="Google Shape;207;p31"/>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8" name="Google Shape;208;p3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209" name="Shape 209"/>
        <p:cNvGrpSpPr/>
        <p:nvPr/>
      </p:nvGrpSpPr>
      <p:grpSpPr>
        <a:xfrm>
          <a:off x="0" y="0"/>
          <a:ext cx="0" cy="0"/>
          <a:chOff x="0" y="0"/>
          <a:chExt cx="0" cy="0"/>
        </a:xfrm>
      </p:grpSpPr>
      <p:sp>
        <p:nvSpPr>
          <p:cNvPr id="210" name="Google Shape;210;p32"/>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1" name="Google Shape;211;p3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32"/>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213" name="Google Shape;213;p32"/>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4" name="Google Shape;214;p3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3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6" name="Google Shape;216;p32"/>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7" name="Google Shape;217;p32"/>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8" name="Google Shape;218;p32"/>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9" name="Google Shape;219;p32"/>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0" name="Google Shape;220;p32"/>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21" name="Shape 221"/>
        <p:cNvGrpSpPr/>
        <p:nvPr/>
      </p:nvGrpSpPr>
      <p:grpSpPr>
        <a:xfrm>
          <a:off x="0" y="0"/>
          <a:ext cx="0" cy="0"/>
          <a:chOff x="0" y="0"/>
          <a:chExt cx="0" cy="0"/>
        </a:xfrm>
      </p:grpSpPr>
      <p:sp>
        <p:nvSpPr>
          <p:cNvPr id="222" name="Google Shape;222;p33"/>
          <p:cNvSpPr/>
          <p:nvPr>
            <p:ph idx="2" type="pic"/>
          </p:nvPr>
        </p:nvSpPr>
        <p:spPr>
          <a:xfrm>
            <a:off x="4629750" y="286075"/>
            <a:ext cx="1257900" cy="1261500"/>
          </a:xfrm>
          <a:prstGeom prst="rect">
            <a:avLst/>
          </a:prstGeom>
          <a:noFill/>
          <a:ln>
            <a:noFill/>
          </a:ln>
        </p:spPr>
      </p:sp>
      <p:sp>
        <p:nvSpPr>
          <p:cNvPr id="223" name="Google Shape;223;p33"/>
          <p:cNvSpPr/>
          <p:nvPr>
            <p:ph idx="3" type="pic"/>
          </p:nvPr>
        </p:nvSpPr>
        <p:spPr>
          <a:xfrm>
            <a:off x="6111800" y="286075"/>
            <a:ext cx="1257900" cy="1261500"/>
          </a:xfrm>
          <a:prstGeom prst="rect">
            <a:avLst/>
          </a:prstGeom>
          <a:noFill/>
          <a:ln>
            <a:noFill/>
          </a:ln>
        </p:spPr>
      </p:sp>
      <p:sp>
        <p:nvSpPr>
          <p:cNvPr id="224" name="Google Shape;224;p33"/>
          <p:cNvSpPr/>
          <p:nvPr>
            <p:ph idx="4" type="pic"/>
          </p:nvPr>
        </p:nvSpPr>
        <p:spPr>
          <a:xfrm>
            <a:off x="7593850" y="286075"/>
            <a:ext cx="1257900" cy="1261500"/>
          </a:xfrm>
          <a:prstGeom prst="rect">
            <a:avLst/>
          </a:prstGeom>
          <a:noFill/>
          <a:ln>
            <a:noFill/>
          </a:ln>
        </p:spPr>
      </p:sp>
      <p:sp>
        <p:nvSpPr>
          <p:cNvPr id="225" name="Google Shape;225;p33"/>
          <p:cNvSpPr/>
          <p:nvPr>
            <p:ph idx="5" type="pic"/>
          </p:nvPr>
        </p:nvSpPr>
        <p:spPr>
          <a:xfrm>
            <a:off x="4629750" y="2634475"/>
            <a:ext cx="1257900" cy="1261500"/>
          </a:xfrm>
          <a:prstGeom prst="rect">
            <a:avLst/>
          </a:prstGeom>
          <a:noFill/>
          <a:ln>
            <a:noFill/>
          </a:ln>
        </p:spPr>
      </p:sp>
      <p:sp>
        <p:nvSpPr>
          <p:cNvPr id="226" name="Google Shape;226;p33"/>
          <p:cNvSpPr/>
          <p:nvPr>
            <p:ph idx="6" type="pic"/>
          </p:nvPr>
        </p:nvSpPr>
        <p:spPr>
          <a:xfrm>
            <a:off x="6111800" y="2634475"/>
            <a:ext cx="1257900" cy="1261500"/>
          </a:xfrm>
          <a:prstGeom prst="rect">
            <a:avLst/>
          </a:prstGeom>
          <a:noFill/>
          <a:ln>
            <a:noFill/>
          </a:ln>
        </p:spPr>
      </p:sp>
      <p:sp>
        <p:nvSpPr>
          <p:cNvPr id="227" name="Google Shape;227;p33"/>
          <p:cNvSpPr/>
          <p:nvPr>
            <p:ph idx="7" type="pic"/>
          </p:nvPr>
        </p:nvSpPr>
        <p:spPr>
          <a:xfrm>
            <a:off x="7593850" y="2634475"/>
            <a:ext cx="1257900" cy="1261500"/>
          </a:xfrm>
          <a:prstGeom prst="rect">
            <a:avLst/>
          </a:prstGeom>
          <a:noFill/>
          <a:ln>
            <a:noFill/>
          </a:ln>
        </p:spPr>
      </p:sp>
      <p:sp>
        <p:nvSpPr>
          <p:cNvPr id="228" name="Google Shape;228;p3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3"/>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1" name="Google Shape;231;p33"/>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2" name="Google Shape;232;p33"/>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233" name="Google Shape;233;p33"/>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4" name="Google Shape;234;p33"/>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5" name="Google Shape;235;p33"/>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6" name="Google Shape;236;p33"/>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7" name="Google Shape;237;p33"/>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8" name="Google Shape;238;p33"/>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39" name="Shape 239"/>
        <p:cNvGrpSpPr/>
        <p:nvPr/>
      </p:nvGrpSpPr>
      <p:grpSpPr>
        <a:xfrm>
          <a:off x="0" y="0"/>
          <a:ext cx="0" cy="0"/>
          <a:chOff x="0" y="0"/>
          <a:chExt cx="0" cy="0"/>
        </a:xfrm>
      </p:grpSpPr>
      <p:sp>
        <p:nvSpPr>
          <p:cNvPr id="240" name="Google Shape;240;p34"/>
          <p:cNvSpPr/>
          <p:nvPr>
            <p:ph idx="2" type="pic"/>
          </p:nvPr>
        </p:nvSpPr>
        <p:spPr>
          <a:xfrm>
            <a:off x="2456700" y="373175"/>
            <a:ext cx="1515000" cy="1616700"/>
          </a:xfrm>
          <a:prstGeom prst="rect">
            <a:avLst/>
          </a:prstGeom>
          <a:noFill/>
          <a:ln>
            <a:noFill/>
          </a:ln>
        </p:spPr>
      </p:sp>
      <p:sp>
        <p:nvSpPr>
          <p:cNvPr id="241" name="Google Shape;241;p34"/>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2" name="Google Shape;242;p34"/>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3" name="Google Shape;243;p34"/>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4" name="Google Shape;244;p34"/>
          <p:cNvSpPr/>
          <p:nvPr>
            <p:ph idx="4" type="pic"/>
          </p:nvPr>
        </p:nvSpPr>
        <p:spPr>
          <a:xfrm>
            <a:off x="4084738" y="373175"/>
            <a:ext cx="1515000" cy="1616700"/>
          </a:xfrm>
          <a:prstGeom prst="rect">
            <a:avLst/>
          </a:prstGeom>
          <a:noFill/>
          <a:ln>
            <a:noFill/>
          </a:ln>
        </p:spPr>
      </p:sp>
      <p:sp>
        <p:nvSpPr>
          <p:cNvPr id="245" name="Google Shape;245;p34"/>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6" name="Google Shape;246;p34"/>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7" name="Google Shape;247;p34"/>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8" name="Google Shape;248;p34"/>
          <p:cNvSpPr/>
          <p:nvPr>
            <p:ph idx="8" type="pic"/>
          </p:nvPr>
        </p:nvSpPr>
        <p:spPr>
          <a:xfrm>
            <a:off x="5713225" y="373175"/>
            <a:ext cx="1515000" cy="1616700"/>
          </a:xfrm>
          <a:prstGeom prst="rect">
            <a:avLst/>
          </a:prstGeom>
          <a:noFill/>
          <a:ln>
            <a:noFill/>
          </a:ln>
        </p:spPr>
      </p:sp>
      <p:sp>
        <p:nvSpPr>
          <p:cNvPr id="249" name="Google Shape;249;p34"/>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0" name="Google Shape;250;p34"/>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1" name="Google Shape;251;p34"/>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2" name="Google Shape;252;p34"/>
          <p:cNvSpPr/>
          <p:nvPr>
            <p:ph idx="15" type="pic"/>
          </p:nvPr>
        </p:nvSpPr>
        <p:spPr>
          <a:xfrm>
            <a:off x="7341950" y="373175"/>
            <a:ext cx="1515000" cy="1616700"/>
          </a:xfrm>
          <a:prstGeom prst="rect">
            <a:avLst/>
          </a:prstGeom>
          <a:noFill/>
          <a:ln>
            <a:noFill/>
          </a:ln>
        </p:spPr>
      </p:sp>
      <p:sp>
        <p:nvSpPr>
          <p:cNvPr id="253" name="Google Shape;253;p34"/>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4" name="Google Shape;254;p34"/>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5" name="Google Shape;255;p34"/>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6" name="Google Shape;256;p3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34"/>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34"/>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60" name="Shape 260"/>
        <p:cNvGrpSpPr/>
        <p:nvPr/>
      </p:nvGrpSpPr>
      <p:grpSpPr>
        <a:xfrm>
          <a:off x="0" y="0"/>
          <a:ext cx="0" cy="0"/>
          <a:chOff x="0" y="0"/>
          <a:chExt cx="0" cy="0"/>
        </a:xfrm>
      </p:grpSpPr>
      <p:sp>
        <p:nvSpPr>
          <p:cNvPr id="261" name="Google Shape;261;p35"/>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2" name="Google Shape;262;p35"/>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3" name="Google Shape;263;p35"/>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4" name="Google Shape;264;p35"/>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5" name="Google Shape;265;p35"/>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6" name="Google Shape;266;p35"/>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7" name="Google Shape;267;p35"/>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8" name="Google Shape;268;p35"/>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9" name="Google Shape;269;p35"/>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0" name="Google Shape;270;p35"/>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1" name="Google Shape;271;p35"/>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2" name="Google Shape;272;p35"/>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3" name="Google Shape;273;p3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35"/>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75" name="Google Shape;275;p35"/>
          <p:cNvSpPr/>
          <p:nvPr>
            <p:ph idx="16" type="pic"/>
          </p:nvPr>
        </p:nvSpPr>
        <p:spPr>
          <a:xfrm>
            <a:off x="290325" y="1862825"/>
            <a:ext cx="663000" cy="1271100"/>
          </a:xfrm>
          <a:prstGeom prst="rect">
            <a:avLst/>
          </a:prstGeom>
          <a:noFill/>
          <a:ln>
            <a:noFill/>
          </a:ln>
        </p:spPr>
      </p:sp>
      <p:sp>
        <p:nvSpPr>
          <p:cNvPr id="276" name="Google Shape;276;p35"/>
          <p:cNvSpPr/>
          <p:nvPr>
            <p:ph idx="17" type="pic"/>
          </p:nvPr>
        </p:nvSpPr>
        <p:spPr>
          <a:xfrm>
            <a:off x="290325" y="3407525"/>
            <a:ext cx="663000" cy="1271100"/>
          </a:xfrm>
          <a:prstGeom prst="rect">
            <a:avLst/>
          </a:prstGeom>
          <a:noFill/>
          <a:ln>
            <a:noFill/>
          </a:ln>
        </p:spPr>
      </p:sp>
      <p:sp>
        <p:nvSpPr>
          <p:cNvPr id="277" name="Google Shape;277;p35"/>
          <p:cNvSpPr/>
          <p:nvPr>
            <p:ph idx="18" type="pic"/>
          </p:nvPr>
        </p:nvSpPr>
        <p:spPr>
          <a:xfrm>
            <a:off x="3191325" y="1862825"/>
            <a:ext cx="663000" cy="1271100"/>
          </a:xfrm>
          <a:prstGeom prst="rect">
            <a:avLst/>
          </a:prstGeom>
          <a:noFill/>
          <a:ln>
            <a:noFill/>
          </a:ln>
        </p:spPr>
      </p:sp>
      <p:sp>
        <p:nvSpPr>
          <p:cNvPr id="278" name="Google Shape;278;p35"/>
          <p:cNvSpPr/>
          <p:nvPr>
            <p:ph idx="19" type="pic"/>
          </p:nvPr>
        </p:nvSpPr>
        <p:spPr>
          <a:xfrm>
            <a:off x="3191325" y="3407525"/>
            <a:ext cx="663000" cy="1271100"/>
          </a:xfrm>
          <a:prstGeom prst="rect">
            <a:avLst/>
          </a:prstGeom>
          <a:noFill/>
          <a:ln>
            <a:noFill/>
          </a:ln>
        </p:spPr>
      </p:sp>
      <p:sp>
        <p:nvSpPr>
          <p:cNvPr id="279" name="Google Shape;279;p35"/>
          <p:cNvSpPr/>
          <p:nvPr>
            <p:ph idx="20" type="pic"/>
          </p:nvPr>
        </p:nvSpPr>
        <p:spPr>
          <a:xfrm>
            <a:off x="6092325" y="1862825"/>
            <a:ext cx="663000" cy="1271100"/>
          </a:xfrm>
          <a:prstGeom prst="rect">
            <a:avLst/>
          </a:prstGeom>
          <a:noFill/>
          <a:ln>
            <a:noFill/>
          </a:ln>
        </p:spPr>
      </p:sp>
      <p:sp>
        <p:nvSpPr>
          <p:cNvPr id="280" name="Google Shape;280;p35"/>
          <p:cNvSpPr/>
          <p:nvPr>
            <p:ph idx="21" type="pic"/>
          </p:nvPr>
        </p:nvSpPr>
        <p:spPr>
          <a:xfrm>
            <a:off x="6092325" y="3407525"/>
            <a:ext cx="663000" cy="1271100"/>
          </a:xfrm>
          <a:prstGeom prst="rect">
            <a:avLst/>
          </a:prstGeom>
          <a:noFill/>
          <a:ln>
            <a:noFill/>
          </a:ln>
        </p:spPr>
      </p:sp>
      <p:sp>
        <p:nvSpPr>
          <p:cNvPr id="281" name="Google Shape;281;p35"/>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83" name="Shape 283"/>
        <p:cNvGrpSpPr/>
        <p:nvPr/>
      </p:nvGrpSpPr>
      <p:grpSpPr>
        <a:xfrm>
          <a:off x="0" y="0"/>
          <a:ext cx="0" cy="0"/>
          <a:chOff x="0" y="0"/>
          <a:chExt cx="0" cy="0"/>
        </a:xfrm>
      </p:grpSpPr>
      <p:sp>
        <p:nvSpPr>
          <p:cNvPr id="284" name="Google Shape;284;p36"/>
          <p:cNvSpPr/>
          <p:nvPr>
            <p:ph idx="2" type="pic"/>
          </p:nvPr>
        </p:nvSpPr>
        <p:spPr>
          <a:xfrm>
            <a:off x="3186000" y="3242875"/>
            <a:ext cx="2798100" cy="1440600"/>
          </a:xfrm>
          <a:prstGeom prst="rect">
            <a:avLst/>
          </a:prstGeom>
          <a:noFill/>
          <a:ln>
            <a:noFill/>
          </a:ln>
        </p:spPr>
      </p:sp>
      <p:sp>
        <p:nvSpPr>
          <p:cNvPr id="285" name="Google Shape;285;p36"/>
          <p:cNvSpPr/>
          <p:nvPr>
            <p:ph idx="3" type="pic"/>
          </p:nvPr>
        </p:nvSpPr>
        <p:spPr>
          <a:xfrm>
            <a:off x="5984100" y="3242875"/>
            <a:ext cx="1440600" cy="1440600"/>
          </a:xfrm>
          <a:prstGeom prst="rect">
            <a:avLst/>
          </a:prstGeom>
          <a:noFill/>
          <a:ln>
            <a:noFill/>
          </a:ln>
        </p:spPr>
      </p:sp>
      <p:sp>
        <p:nvSpPr>
          <p:cNvPr id="286" name="Google Shape;286;p36"/>
          <p:cNvSpPr/>
          <p:nvPr>
            <p:ph idx="4" type="pic"/>
          </p:nvPr>
        </p:nvSpPr>
        <p:spPr>
          <a:xfrm>
            <a:off x="7412150" y="1440350"/>
            <a:ext cx="1441500" cy="3243000"/>
          </a:xfrm>
          <a:prstGeom prst="rect">
            <a:avLst/>
          </a:prstGeom>
          <a:noFill/>
          <a:ln>
            <a:noFill/>
          </a:ln>
        </p:spPr>
      </p:sp>
      <p:sp>
        <p:nvSpPr>
          <p:cNvPr id="287" name="Google Shape;287;p36"/>
          <p:cNvSpPr/>
          <p:nvPr>
            <p:ph idx="5" type="pic"/>
          </p:nvPr>
        </p:nvSpPr>
        <p:spPr>
          <a:xfrm>
            <a:off x="7412150" y="0"/>
            <a:ext cx="1441500" cy="1440600"/>
          </a:xfrm>
          <a:prstGeom prst="rect">
            <a:avLst/>
          </a:prstGeom>
          <a:noFill/>
          <a:ln>
            <a:noFill/>
          </a:ln>
        </p:spPr>
      </p:sp>
      <p:sp>
        <p:nvSpPr>
          <p:cNvPr id="288" name="Google Shape;288;p36"/>
          <p:cNvSpPr/>
          <p:nvPr>
            <p:ph idx="6" type="pic"/>
          </p:nvPr>
        </p:nvSpPr>
        <p:spPr>
          <a:xfrm>
            <a:off x="3184850" y="0"/>
            <a:ext cx="4227300" cy="3243000"/>
          </a:xfrm>
          <a:prstGeom prst="rect">
            <a:avLst/>
          </a:prstGeom>
          <a:noFill/>
          <a:ln>
            <a:noFill/>
          </a:ln>
        </p:spPr>
      </p:sp>
      <p:sp>
        <p:nvSpPr>
          <p:cNvPr id="289" name="Google Shape;289;p3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0" name="Google Shape;290;p36"/>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6"/>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2" name="Google Shape;292;p3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3" name="Google Shape;293;p36"/>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94" name="Google Shape;294;p36"/>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95" name="Shape 295"/>
        <p:cNvGrpSpPr/>
        <p:nvPr/>
      </p:nvGrpSpPr>
      <p:grpSpPr>
        <a:xfrm>
          <a:off x="0" y="0"/>
          <a:ext cx="0" cy="0"/>
          <a:chOff x="0" y="0"/>
          <a:chExt cx="0" cy="0"/>
        </a:xfrm>
      </p:grpSpPr>
      <p:sp>
        <p:nvSpPr>
          <p:cNvPr id="296" name="Google Shape;296;p37"/>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97" name="Google Shape;297;p3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98" name="Google Shape;298;p3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 name="Google Shape;300;p3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37"/>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2" name="Shape 302"/>
        <p:cNvGrpSpPr/>
        <p:nvPr/>
      </p:nvGrpSpPr>
      <p:grpSpPr>
        <a:xfrm>
          <a:off x="0" y="0"/>
          <a:ext cx="0" cy="0"/>
          <a:chOff x="0" y="0"/>
          <a:chExt cx="0" cy="0"/>
        </a:xfrm>
      </p:grpSpPr>
      <p:sp>
        <p:nvSpPr>
          <p:cNvPr id="303" name="Google Shape;303;p3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04" name="Google Shape;304;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10" name="Shape 310"/>
        <p:cNvGrpSpPr/>
        <p:nvPr/>
      </p:nvGrpSpPr>
      <p:grpSpPr>
        <a:xfrm>
          <a:off x="0" y="0"/>
          <a:ext cx="0" cy="0"/>
          <a:chOff x="0" y="0"/>
          <a:chExt cx="0" cy="0"/>
        </a:xfrm>
      </p:grpSpPr>
      <p:sp>
        <p:nvSpPr>
          <p:cNvPr id="311" name="Google Shape;311;p4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3" name="Google Shape;313;p41"/>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4" name="Shape 314"/>
        <p:cNvGrpSpPr/>
        <p:nvPr/>
      </p:nvGrpSpPr>
      <p:grpSpPr>
        <a:xfrm>
          <a:off x="0" y="0"/>
          <a:ext cx="0" cy="0"/>
          <a:chOff x="0" y="0"/>
          <a:chExt cx="0" cy="0"/>
        </a:xfrm>
      </p:grpSpPr>
      <p:sp>
        <p:nvSpPr>
          <p:cNvPr id="315" name="Google Shape;315;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16" name="Shape 316"/>
        <p:cNvGrpSpPr/>
        <p:nvPr/>
      </p:nvGrpSpPr>
      <p:grpSpPr>
        <a:xfrm>
          <a:off x="0" y="0"/>
          <a:ext cx="0" cy="0"/>
          <a:chOff x="0" y="0"/>
          <a:chExt cx="0" cy="0"/>
        </a:xfrm>
      </p:grpSpPr>
      <p:sp>
        <p:nvSpPr>
          <p:cNvPr id="317" name="Google Shape;317;p4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8" name="Google Shape;318;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9" name="Shape 319"/>
        <p:cNvGrpSpPr/>
        <p:nvPr/>
      </p:nvGrpSpPr>
      <p:grpSpPr>
        <a:xfrm>
          <a:off x="0" y="0"/>
          <a:ext cx="0" cy="0"/>
          <a:chOff x="0" y="0"/>
          <a:chExt cx="0" cy="0"/>
        </a:xfrm>
      </p:grpSpPr>
      <p:sp>
        <p:nvSpPr>
          <p:cNvPr id="320" name="Google Shape;320;p4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21" name="Shape 321"/>
        <p:cNvGrpSpPr/>
        <p:nvPr/>
      </p:nvGrpSpPr>
      <p:grpSpPr>
        <a:xfrm>
          <a:off x="0" y="0"/>
          <a:ext cx="0" cy="0"/>
          <a:chOff x="0" y="0"/>
          <a:chExt cx="0" cy="0"/>
        </a:xfrm>
      </p:grpSpPr>
      <p:sp>
        <p:nvSpPr>
          <p:cNvPr id="322" name="Google Shape;322;p4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3" name="Google Shape;323;p4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4" name="Google Shape;324;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25" name="Shape 325"/>
        <p:cNvGrpSpPr/>
        <p:nvPr/>
      </p:nvGrpSpPr>
      <p:grpSpPr>
        <a:xfrm>
          <a:off x="0" y="0"/>
          <a:ext cx="0" cy="0"/>
          <a:chOff x="0" y="0"/>
          <a:chExt cx="0" cy="0"/>
        </a:xfrm>
      </p:grpSpPr>
      <p:sp>
        <p:nvSpPr>
          <p:cNvPr id="326" name="Google Shape;326;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27" name="Shape 327"/>
        <p:cNvGrpSpPr/>
        <p:nvPr/>
      </p:nvGrpSpPr>
      <p:grpSpPr>
        <a:xfrm>
          <a:off x="0" y="0"/>
          <a:ext cx="0" cy="0"/>
          <a:chOff x="0" y="0"/>
          <a:chExt cx="0" cy="0"/>
        </a:xfrm>
      </p:grpSpPr>
      <p:sp>
        <p:nvSpPr>
          <p:cNvPr id="328" name="Google Shape;328;p4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9" name="Google Shape;329;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1" name="Shape 331"/>
        <p:cNvGrpSpPr/>
        <p:nvPr/>
      </p:nvGrpSpPr>
      <p:grpSpPr>
        <a:xfrm>
          <a:off x="0" y="0"/>
          <a:ext cx="0" cy="0"/>
          <a:chOff x="0" y="0"/>
          <a:chExt cx="0" cy="0"/>
        </a:xfrm>
      </p:grpSpPr>
      <p:sp>
        <p:nvSpPr>
          <p:cNvPr id="332" name="Google Shape;332;p4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6" name="Google Shape;336;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8" name="Google Shape;338;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9" name="Shape 339"/>
        <p:cNvGrpSpPr/>
        <p:nvPr/>
      </p:nvGrpSpPr>
      <p:grpSpPr>
        <a:xfrm>
          <a:off x="0" y="0"/>
          <a:ext cx="0" cy="0"/>
          <a:chOff x="0" y="0"/>
          <a:chExt cx="0" cy="0"/>
        </a:xfrm>
      </p:grpSpPr>
      <p:sp>
        <p:nvSpPr>
          <p:cNvPr id="340" name="Google Shape;340;p5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50"/>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43" name="Shape 343"/>
        <p:cNvGrpSpPr/>
        <p:nvPr/>
      </p:nvGrpSpPr>
      <p:grpSpPr>
        <a:xfrm>
          <a:off x="0" y="0"/>
          <a:ext cx="0" cy="0"/>
          <a:chOff x="0" y="0"/>
          <a:chExt cx="0" cy="0"/>
        </a:xfrm>
      </p:grpSpPr>
      <p:sp>
        <p:nvSpPr>
          <p:cNvPr id="344" name="Google Shape;344;p5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5" name="Google Shape;345;p51"/>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6" name="Google Shape;346;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8" name="Google Shape;348;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9" name="Shape 349"/>
        <p:cNvGrpSpPr/>
        <p:nvPr/>
      </p:nvGrpSpPr>
      <p:grpSpPr>
        <a:xfrm>
          <a:off x="0" y="0"/>
          <a:ext cx="0" cy="0"/>
          <a:chOff x="0" y="0"/>
          <a:chExt cx="0" cy="0"/>
        </a:xfrm>
      </p:grpSpPr>
      <p:sp>
        <p:nvSpPr>
          <p:cNvPr id="350" name="Google Shape;350;p52"/>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2"/>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3" name="Google Shape;353;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2"/>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57" name="Shape 357"/>
        <p:cNvGrpSpPr/>
        <p:nvPr/>
      </p:nvGrpSpPr>
      <p:grpSpPr>
        <a:xfrm>
          <a:off x="0" y="0"/>
          <a:ext cx="0" cy="0"/>
          <a:chOff x="0" y="0"/>
          <a:chExt cx="0" cy="0"/>
        </a:xfrm>
      </p:grpSpPr>
      <p:sp>
        <p:nvSpPr>
          <p:cNvPr id="358" name="Google Shape;358;p53"/>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0" name="Google Shape;360;p53"/>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1" name="Google Shape;361;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2" name="Google Shape;362;p5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3" name="Google Shape;363;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4" name="Google Shape;364;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67" name="Shape 367"/>
        <p:cNvGrpSpPr/>
        <p:nvPr/>
      </p:nvGrpSpPr>
      <p:grpSpPr>
        <a:xfrm>
          <a:off x="0" y="0"/>
          <a:ext cx="0" cy="0"/>
          <a:chOff x="0" y="0"/>
          <a:chExt cx="0" cy="0"/>
        </a:xfrm>
      </p:grpSpPr>
      <p:sp>
        <p:nvSpPr>
          <p:cNvPr id="368" name="Google Shape;368;p5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70" name="Shape 370"/>
        <p:cNvGrpSpPr/>
        <p:nvPr/>
      </p:nvGrpSpPr>
      <p:grpSpPr>
        <a:xfrm>
          <a:off x="0" y="0"/>
          <a:ext cx="0" cy="0"/>
          <a:chOff x="0" y="0"/>
          <a:chExt cx="0" cy="0"/>
        </a:xfrm>
      </p:grpSpPr>
      <p:sp>
        <p:nvSpPr>
          <p:cNvPr id="371" name="Google Shape;371;p55"/>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55"/>
          <p:cNvSpPr/>
          <p:nvPr>
            <p:ph idx="2" type="pic"/>
          </p:nvPr>
        </p:nvSpPr>
        <p:spPr>
          <a:xfrm>
            <a:off x="4804825" y="1133300"/>
            <a:ext cx="4027500" cy="2392800"/>
          </a:xfrm>
          <a:prstGeom prst="rect">
            <a:avLst/>
          </a:prstGeom>
          <a:noFill/>
          <a:ln>
            <a:noFill/>
          </a:ln>
        </p:spPr>
      </p:sp>
      <p:sp>
        <p:nvSpPr>
          <p:cNvPr id="373" name="Google Shape;373;p55"/>
          <p:cNvSpPr/>
          <p:nvPr>
            <p:ph idx="3" type="pic"/>
          </p:nvPr>
        </p:nvSpPr>
        <p:spPr>
          <a:xfrm>
            <a:off x="311725" y="1133300"/>
            <a:ext cx="4027500" cy="2392800"/>
          </a:xfrm>
          <a:prstGeom prst="rect">
            <a:avLst/>
          </a:prstGeom>
          <a:noFill/>
          <a:ln>
            <a:noFill/>
          </a:ln>
        </p:spPr>
      </p:sp>
      <p:sp>
        <p:nvSpPr>
          <p:cNvPr id="374" name="Google Shape;374;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5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78" name="Shape 378"/>
        <p:cNvGrpSpPr/>
        <p:nvPr/>
      </p:nvGrpSpPr>
      <p:grpSpPr>
        <a:xfrm>
          <a:off x="0" y="0"/>
          <a:ext cx="0" cy="0"/>
          <a:chOff x="0" y="0"/>
          <a:chExt cx="0" cy="0"/>
        </a:xfrm>
      </p:grpSpPr>
      <p:sp>
        <p:nvSpPr>
          <p:cNvPr id="379" name="Google Shape;379;p56"/>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56"/>
          <p:cNvSpPr/>
          <p:nvPr>
            <p:ph idx="2" type="pic"/>
          </p:nvPr>
        </p:nvSpPr>
        <p:spPr>
          <a:xfrm>
            <a:off x="6205225" y="1128325"/>
            <a:ext cx="2627100" cy="2273100"/>
          </a:xfrm>
          <a:prstGeom prst="rect">
            <a:avLst/>
          </a:prstGeom>
          <a:noFill/>
          <a:ln>
            <a:noFill/>
          </a:ln>
        </p:spPr>
      </p:sp>
      <p:sp>
        <p:nvSpPr>
          <p:cNvPr id="381" name="Google Shape;381;p56"/>
          <p:cNvSpPr/>
          <p:nvPr>
            <p:ph idx="3" type="pic"/>
          </p:nvPr>
        </p:nvSpPr>
        <p:spPr>
          <a:xfrm>
            <a:off x="311725" y="1128325"/>
            <a:ext cx="2627100" cy="2273100"/>
          </a:xfrm>
          <a:prstGeom prst="rect">
            <a:avLst/>
          </a:prstGeom>
          <a:noFill/>
          <a:ln>
            <a:noFill/>
          </a:ln>
        </p:spPr>
      </p:sp>
      <p:sp>
        <p:nvSpPr>
          <p:cNvPr id="382" name="Google Shape;382;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56"/>
          <p:cNvSpPr/>
          <p:nvPr>
            <p:ph idx="5" type="pic"/>
          </p:nvPr>
        </p:nvSpPr>
        <p:spPr>
          <a:xfrm>
            <a:off x="3255250" y="1128325"/>
            <a:ext cx="2627100" cy="2273100"/>
          </a:xfrm>
          <a:prstGeom prst="rect">
            <a:avLst/>
          </a:prstGeom>
          <a:noFill/>
          <a:ln>
            <a:noFill/>
          </a:ln>
        </p:spPr>
      </p:sp>
      <p:sp>
        <p:nvSpPr>
          <p:cNvPr id="384" name="Google Shape;384;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5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7" name="Google Shape;387;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8" name="Google Shape;388;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9" name="Shape 389"/>
        <p:cNvGrpSpPr/>
        <p:nvPr/>
      </p:nvGrpSpPr>
      <p:grpSpPr>
        <a:xfrm>
          <a:off x="0" y="0"/>
          <a:ext cx="0" cy="0"/>
          <a:chOff x="0" y="0"/>
          <a:chExt cx="0" cy="0"/>
        </a:xfrm>
      </p:grpSpPr>
      <p:sp>
        <p:nvSpPr>
          <p:cNvPr id="390" name="Google Shape;39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91" name="Shape 391"/>
        <p:cNvGrpSpPr/>
        <p:nvPr/>
      </p:nvGrpSpPr>
      <p:grpSpPr>
        <a:xfrm>
          <a:off x="0" y="0"/>
          <a:ext cx="0" cy="0"/>
          <a:chOff x="0" y="0"/>
          <a:chExt cx="0" cy="0"/>
        </a:xfrm>
      </p:grpSpPr>
      <p:sp>
        <p:nvSpPr>
          <p:cNvPr id="392" name="Google Shape;392;p58"/>
          <p:cNvSpPr/>
          <p:nvPr>
            <p:ph idx="2" type="pic"/>
          </p:nvPr>
        </p:nvSpPr>
        <p:spPr>
          <a:xfrm>
            <a:off x="3389600" y="118913"/>
            <a:ext cx="1643700" cy="1535100"/>
          </a:xfrm>
          <a:prstGeom prst="rect">
            <a:avLst/>
          </a:prstGeom>
          <a:noFill/>
          <a:ln>
            <a:noFill/>
          </a:ln>
        </p:spPr>
      </p:sp>
      <p:sp>
        <p:nvSpPr>
          <p:cNvPr id="393" name="Google Shape;393;p58"/>
          <p:cNvSpPr/>
          <p:nvPr>
            <p:ph idx="3" type="pic"/>
          </p:nvPr>
        </p:nvSpPr>
        <p:spPr>
          <a:xfrm>
            <a:off x="5195935" y="118913"/>
            <a:ext cx="1643700" cy="1535100"/>
          </a:xfrm>
          <a:prstGeom prst="rect">
            <a:avLst/>
          </a:prstGeom>
          <a:noFill/>
          <a:ln>
            <a:noFill/>
          </a:ln>
        </p:spPr>
      </p:sp>
      <p:sp>
        <p:nvSpPr>
          <p:cNvPr id="394" name="Google Shape;394;p58"/>
          <p:cNvSpPr/>
          <p:nvPr>
            <p:ph idx="4" type="pic"/>
          </p:nvPr>
        </p:nvSpPr>
        <p:spPr>
          <a:xfrm>
            <a:off x="7002270" y="118913"/>
            <a:ext cx="1643700" cy="1535100"/>
          </a:xfrm>
          <a:prstGeom prst="rect">
            <a:avLst/>
          </a:prstGeom>
          <a:noFill/>
          <a:ln>
            <a:noFill/>
          </a:ln>
        </p:spPr>
      </p:sp>
      <p:sp>
        <p:nvSpPr>
          <p:cNvPr id="395" name="Google Shape;395;p58"/>
          <p:cNvSpPr/>
          <p:nvPr>
            <p:ph idx="5" type="pic"/>
          </p:nvPr>
        </p:nvSpPr>
        <p:spPr>
          <a:xfrm>
            <a:off x="3389588" y="1804212"/>
            <a:ext cx="1643700" cy="1535100"/>
          </a:xfrm>
          <a:prstGeom prst="rect">
            <a:avLst/>
          </a:prstGeom>
          <a:noFill/>
          <a:ln>
            <a:noFill/>
          </a:ln>
        </p:spPr>
      </p:sp>
      <p:sp>
        <p:nvSpPr>
          <p:cNvPr id="396" name="Google Shape;396;p58"/>
          <p:cNvSpPr/>
          <p:nvPr>
            <p:ph idx="6" type="pic"/>
          </p:nvPr>
        </p:nvSpPr>
        <p:spPr>
          <a:xfrm>
            <a:off x="5195922" y="1804212"/>
            <a:ext cx="1643700" cy="1535100"/>
          </a:xfrm>
          <a:prstGeom prst="rect">
            <a:avLst/>
          </a:prstGeom>
          <a:noFill/>
          <a:ln>
            <a:noFill/>
          </a:ln>
        </p:spPr>
      </p:sp>
      <p:sp>
        <p:nvSpPr>
          <p:cNvPr id="397" name="Google Shape;397;p58"/>
          <p:cNvSpPr/>
          <p:nvPr>
            <p:ph idx="7" type="pic"/>
          </p:nvPr>
        </p:nvSpPr>
        <p:spPr>
          <a:xfrm>
            <a:off x="7002257" y="1804212"/>
            <a:ext cx="1643700" cy="1535100"/>
          </a:xfrm>
          <a:prstGeom prst="rect">
            <a:avLst/>
          </a:prstGeom>
          <a:noFill/>
          <a:ln>
            <a:noFill/>
          </a:ln>
        </p:spPr>
      </p:sp>
      <p:sp>
        <p:nvSpPr>
          <p:cNvPr id="398" name="Google Shape;398;p58"/>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58"/>
          <p:cNvSpPr/>
          <p:nvPr>
            <p:ph idx="8" type="pic"/>
          </p:nvPr>
        </p:nvSpPr>
        <p:spPr>
          <a:xfrm>
            <a:off x="3389588" y="3489487"/>
            <a:ext cx="1643700" cy="1535100"/>
          </a:xfrm>
          <a:prstGeom prst="rect">
            <a:avLst/>
          </a:prstGeom>
          <a:noFill/>
          <a:ln>
            <a:noFill/>
          </a:ln>
        </p:spPr>
      </p:sp>
      <p:sp>
        <p:nvSpPr>
          <p:cNvPr id="400" name="Google Shape;400;p58"/>
          <p:cNvSpPr/>
          <p:nvPr>
            <p:ph idx="9" type="pic"/>
          </p:nvPr>
        </p:nvSpPr>
        <p:spPr>
          <a:xfrm>
            <a:off x="5195922" y="3489487"/>
            <a:ext cx="1643700" cy="1535100"/>
          </a:xfrm>
          <a:prstGeom prst="rect">
            <a:avLst/>
          </a:prstGeom>
          <a:noFill/>
          <a:ln>
            <a:noFill/>
          </a:ln>
        </p:spPr>
      </p:sp>
      <p:sp>
        <p:nvSpPr>
          <p:cNvPr id="401" name="Google Shape;40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1.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5" name="Google Shape;5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6" name="Google Shape;5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7" name="Google Shape;57;p13"/>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6.png"/><Relationship Id="rId6"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59"/>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7" name="Google Shape;407;p59"/>
          <p:cNvCxnSpPr/>
          <p:nvPr/>
        </p:nvCxnSpPr>
        <p:spPr>
          <a:xfrm>
            <a:off x="283850" y="624659"/>
            <a:ext cx="8573100" cy="0"/>
          </a:xfrm>
          <a:prstGeom prst="straightConnector1">
            <a:avLst/>
          </a:prstGeom>
          <a:noFill/>
          <a:ln cap="flat" cmpd="sng" w="9525">
            <a:solidFill>
              <a:schemeClr val="lt1"/>
            </a:solidFill>
            <a:prstDash val="solid"/>
            <a:round/>
            <a:headEnd len="med" w="med" type="none"/>
            <a:tailEnd len="med" w="med" type="none"/>
          </a:ln>
        </p:spPr>
      </p:cxnSp>
      <p:sp>
        <p:nvSpPr>
          <p:cNvPr id="408" name="Google Shape;408;p59"/>
          <p:cNvSpPr txBox="1"/>
          <p:nvPr>
            <p:ph type="title"/>
          </p:nvPr>
        </p:nvSpPr>
        <p:spPr>
          <a:xfrm>
            <a:off x="1024300" y="-143565"/>
            <a:ext cx="6683700" cy="1236900"/>
          </a:xfrm>
          <a:prstGeom prst="rect">
            <a:avLst/>
          </a:prstGeom>
        </p:spPr>
        <p:txBody>
          <a:bodyPr anchorCtr="0" anchor="t" bIns="91425" lIns="0" spcFirstLastPara="1" rIns="91425" wrap="square" tIns="91425">
            <a:noAutofit/>
          </a:bodyPr>
          <a:lstStyle/>
          <a:p>
            <a:pPr indent="0" lvl="0" marL="0" rtl="0" algn="ctr">
              <a:lnSpc>
                <a:spcPct val="100000"/>
              </a:lnSpc>
              <a:spcBef>
                <a:spcPts val="0"/>
              </a:spcBef>
              <a:spcAft>
                <a:spcPts val="0"/>
              </a:spcAft>
              <a:buClr>
                <a:schemeClr val="lt1"/>
              </a:buClr>
              <a:buSzPts val="1100"/>
              <a:buFont typeface="Arial"/>
              <a:buNone/>
            </a:pPr>
            <a:r>
              <a:rPr lang="en" sz="5200">
                <a:latin typeface="Arial"/>
                <a:ea typeface="Arial"/>
                <a:cs typeface="Arial"/>
                <a:sym typeface="Arial"/>
              </a:rPr>
              <a:t>Job Application Tracker</a:t>
            </a:r>
            <a:endParaRPr sz="520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a:p>
        </p:txBody>
      </p:sp>
      <p:sp>
        <p:nvSpPr>
          <p:cNvPr id="409" name="Google Shape;409;p59"/>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cxnSp>
        <p:nvCxnSpPr>
          <p:cNvPr id="410" name="Google Shape;410;p59"/>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0"/>
          <p:cNvSpPr txBox="1"/>
          <p:nvPr>
            <p:ph type="title"/>
          </p:nvPr>
        </p:nvSpPr>
        <p:spPr>
          <a:xfrm>
            <a:off x="284850" y="474875"/>
            <a:ext cx="4227300" cy="115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 overview</a:t>
            </a:r>
            <a:endParaRPr/>
          </a:p>
        </p:txBody>
      </p:sp>
      <p:sp>
        <p:nvSpPr>
          <p:cNvPr id="416" name="Google Shape;416;p60"/>
          <p:cNvSpPr/>
          <p:nvPr/>
        </p:nvSpPr>
        <p:spPr>
          <a:xfrm rot="5400000">
            <a:off x="3852735" y="951709"/>
            <a:ext cx="659347" cy="659347"/>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cxnSp>
        <p:nvCxnSpPr>
          <p:cNvPr id="417" name="Google Shape;417;p60"/>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18" name="Google Shape;418;p60"/>
          <p:cNvCxnSpPr/>
          <p:nvPr/>
        </p:nvCxnSpPr>
        <p:spPr>
          <a:xfrm>
            <a:off x="283850" y="1751842"/>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19" name="Google Shape;419;p60"/>
          <p:cNvCxnSpPr/>
          <p:nvPr/>
        </p:nvCxnSpPr>
        <p:spPr>
          <a:xfrm>
            <a:off x="283850" y="3217783"/>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20" name="Google Shape;420;p60"/>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
        <p:nvSpPr>
          <p:cNvPr id="421" name="Google Shape;421;p60"/>
          <p:cNvSpPr txBox="1"/>
          <p:nvPr/>
        </p:nvSpPr>
        <p:spPr>
          <a:xfrm>
            <a:off x="379175" y="1980175"/>
            <a:ext cx="7990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Job seekers often apply to multiple positions across different platforms such as LinkedIn, company websites, and job portals. Tracking application statuses manually through emails or memory can lead to missed follow-ups, duplicated applications, and poor organization. There is a need for a centralized system that allows users to record job applications, monitor progress, schedule follow-ups, and analyze their job search activity efficiently.</a:t>
            </a:r>
            <a:endParaRPr sz="12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61" title="T3C7H6272-U09FQEB3ZRA-34f2bf909942-192.png"/>
          <p:cNvPicPr preferRelativeResize="0"/>
          <p:nvPr/>
        </p:nvPicPr>
        <p:blipFill rotWithShape="1">
          <a:blip r:embed="rId3">
            <a:alphaModFix/>
          </a:blip>
          <a:srcRect b="710" l="0" r="0" t="710"/>
          <a:stretch/>
        </p:blipFill>
        <p:spPr>
          <a:xfrm>
            <a:off x="6114875" y="2644375"/>
            <a:ext cx="1267800" cy="1249800"/>
          </a:xfrm>
          <a:prstGeom prst="roundRect">
            <a:avLst>
              <a:gd fmla="val 0" name="adj"/>
            </a:avLst>
          </a:prstGeom>
          <a:noFill/>
          <a:ln>
            <a:noFill/>
          </a:ln>
        </p:spPr>
      </p:pic>
      <p:sp>
        <p:nvSpPr>
          <p:cNvPr id="427" name="Google Shape;427;p61"/>
          <p:cNvSpPr txBox="1"/>
          <p:nvPr/>
        </p:nvSpPr>
        <p:spPr>
          <a:xfrm>
            <a:off x="4629754" y="3996213"/>
            <a:ext cx="1246800" cy="584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lt1"/>
              </a:buClr>
              <a:buSzPts val="1100"/>
              <a:buFont typeface="Arial"/>
              <a:buNone/>
            </a:pPr>
            <a:r>
              <a:rPr lang="en" sz="1000">
                <a:solidFill>
                  <a:schemeClr val="dk1"/>
                </a:solidFill>
                <a:latin typeface="Inter Medium"/>
                <a:ea typeface="Inter Medium"/>
                <a:cs typeface="Inter Medium"/>
                <a:sym typeface="Inter Medium"/>
              </a:rPr>
              <a:t>Kacie Dearman</a:t>
            </a:r>
            <a:endParaRPr sz="800">
              <a:solidFill>
                <a:schemeClr val="dk1"/>
              </a:solidFill>
              <a:latin typeface="Inter Medium"/>
              <a:ea typeface="Inter Medium"/>
              <a:cs typeface="Inter Medium"/>
              <a:sym typeface="Inter Medium"/>
            </a:endParaRPr>
          </a:p>
        </p:txBody>
      </p:sp>
      <p:sp>
        <p:nvSpPr>
          <p:cNvPr id="428" name="Google Shape;428;p61"/>
          <p:cNvSpPr txBox="1"/>
          <p:nvPr/>
        </p:nvSpPr>
        <p:spPr>
          <a:xfrm>
            <a:off x="6114864" y="3996213"/>
            <a:ext cx="1246800" cy="584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lt1"/>
              </a:buClr>
              <a:buSzPts val="1100"/>
              <a:buFont typeface="Arial"/>
              <a:buNone/>
            </a:pPr>
            <a:r>
              <a:rPr lang="en" sz="1000">
                <a:solidFill>
                  <a:schemeClr val="dk1"/>
                </a:solidFill>
                <a:latin typeface="Inter Medium"/>
                <a:ea typeface="Inter Medium"/>
                <a:cs typeface="Inter Medium"/>
                <a:sym typeface="Inter Medium"/>
              </a:rPr>
              <a:t>Paige Li</a:t>
            </a:r>
            <a:endParaRPr sz="800">
              <a:solidFill>
                <a:schemeClr val="dk1"/>
              </a:solidFill>
              <a:latin typeface="Inter Medium"/>
              <a:ea typeface="Inter Medium"/>
              <a:cs typeface="Inter Medium"/>
              <a:sym typeface="Inter Medium"/>
            </a:endParaRPr>
          </a:p>
        </p:txBody>
      </p:sp>
      <p:sp>
        <p:nvSpPr>
          <p:cNvPr id="429" name="Google Shape;429;p61"/>
          <p:cNvSpPr txBox="1"/>
          <p:nvPr/>
        </p:nvSpPr>
        <p:spPr>
          <a:xfrm>
            <a:off x="7609899" y="3996213"/>
            <a:ext cx="1246800" cy="584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lt1"/>
              </a:buClr>
              <a:buSzPts val="1100"/>
              <a:buFont typeface="Arial"/>
              <a:buNone/>
            </a:pPr>
            <a:r>
              <a:t/>
            </a:r>
            <a:endParaRPr sz="800">
              <a:solidFill>
                <a:schemeClr val="dk1"/>
              </a:solidFill>
              <a:latin typeface="Inter Medium"/>
              <a:ea typeface="Inter Medium"/>
              <a:cs typeface="Inter Medium"/>
              <a:sym typeface="Inter Medium"/>
            </a:endParaRPr>
          </a:p>
        </p:txBody>
      </p:sp>
      <p:pic>
        <p:nvPicPr>
          <p:cNvPr id="430" name="Google Shape;430;p61" title="T3C7H6272-U06ESLSR43V-430a1ebcffe9-72.jpg"/>
          <p:cNvPicPr preferRelativeResize="0"/>
          <p:nvPr/>
        </p:nvPicPr>
        <p:blipFill rotWithShape="1">
          <a:blip r:embed="rId4">
            <a:alphaModFix/>
          </a:blip>
          <a:srcRect b="179" l="0" r="0" t="179"/>
          <a:stretch/>
        </p:blipFill>
        <p:spPr>
          <a:xfrm>
            <a:off x="6114875" y="294225"/>
            <a:ext cx="1257900" cy="1253400"/>
          </a:xfrm>
          <a:prstGeom prst="roundRect">
            <a:avLst>
              <a:gd fmla="val 0" name="adj"/>
            </a:avLst>
          </a:prstGeom>
          <a:noFill/>
          <a:ln>
            <a:noFill/>
          </a:ln>
        </p:spPr>
      </p:pic>
      <p:sp>
        <p:nvSpPr>
          <p:cNvPr id="431" name="Google Shape;431;p61"/>
          <p:cNvSpPr txBox="1"/>
          <p:nvPr/>
        </p:nvSpPr>
        <p:spPr>
          <a:xfrm>
            <a:off x="4629754" y="1649513"/>
            <a:ext cx="1246800" cy="584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lt1"/>
              </a:buClr>
              <a:buSzPts val="1100"/>
              <a:buFont typeface="Arial"/>
              <a:buNone/>
            </a:pPr>
            <a:r>
              <a:rPr lang="en" sz="1000">
                <a:solidFill>
                  <a:schemeClr val="dk1"/>
                </a:solidFill>
                <a:latin typeface="Inter Medium"/>
                <a:ea typeface="Inter Medium"/>
                <a:cs typeface="Inter Medium"/>
                <a:sym typeface="Inter Medium"/>
              </a:rPr>
              <a:t>Shu Wang </a:t>
            </a:r>
            <a:endParaRPr sz="1000">
              <a:solidFill>
                <a:schemeClr val="dk1"/>
              </a:solidFill>
              <a:latin typeface="Inter Medium"/>
              <a:ea typeface="Inter Medium"/>
              <a:cs typeface="Inter Medium"/>
              <a:sym typeface="Inter Medium"/>
            </a:endParaRPr>
          </a:p>
          <a:p>
            <a:pPr indent="0" lvl="0" marL="0" rtl="0" algn="l">
              <a:lnSpc>
                <a:spcPct val="110000"/>
              </a:lnSpc>
              <a:spcBef>
                <a:spcPts val="0"/>
              </a:spcBef>
              <a:spcAft>
                <a:spcPts val="0"/>
              </a:spcAft>
              <a:buClr>
                <a:schemeClr val="lt1"/>
              </a:buClr>
              <a:buSzPts val="1100"/>
              <a:buNone/>
            </a:pPr>
            <a:r>
              <a:t/>
            </a:r>
            <a:endParaRPr sz="800">
              <a:solidFill>
                <a:schemeClr val="dk1"/>
              </a:solidFill>
              <a:latin typeface="Inter Medium"/>
              <a:ea typeface="Inter Medium"/>
              <a:cs typeface="Inter Medium"/>
              <a:sym typeface="Inter Medium"/>
            </a:endParaRPr>
          </a:p>
        </p:txBody>
      </p:sp>
      <p:sp>
        <p:nvSpPr>
          <p:cNvPr id="432" name="Google Shape;432;p61"/>
          <p:cNvSpPr txBox="1"/>
          <p:nvPr/>
        </p:nvSpPr>
        <p:spPr>
          <a:xfrm>
            <a:off x="6114864" y="1649513"/>
            <a:ext cx="1246800" cy="584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lt1"/>
              </a:buClr>
              <a:buSzPts val="1100"/>
              <a:buFont typeface="Arial"/>
              <a:buNone/>
            </a:pPr>
            <a:r>
              <a:rPr lang="en" sz="1000">
                <a:solidFill>
                  <a:schemeClr val="dk1"/>
                </a:solidFill>
                <a:latin typeface="Inter Medium"/>
                <a:ea typeface="Inter Medium"/>
                <a:cs typeface="Inter Medium"/>
                <a:sym typeface="Inter Medium"/>
              </a:rPr>
              <a:t>Violetta Krotova </a:t>
            </a:r>
            <a:endParaRPr sz="800">
              <a:solidFill>
                <a:schemeClr val="dk1"/>
              </a:solidFill>
              <a:latin typeface="Inter Medium"/>
              <a:ea typeface="Inter Medium"/>
              <a:cs typeface="Inter Medium"/>
              <a:sym typeface="Inter Medium"/>
            </a:endParaRPr>
          </a:p>
        </p:txBody>
      </p:sp>
      <p:sp>
        <p:nvSpPr>
          <p:cNvPr id="433" name="Google Shape;433;p61"/>
          <p:cNvSpPr txBox="1"/>
          <p:nvPr/>
        </p:nvSpPr>
        <p:spPr>
          <a:xfrm>
            <a:off x="7602257" y="1649513"/>
            <a:ext cx="1246800" cy="584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chemeClr val="lt1"/>
              </a:buClr>
              <a:buSzPts val="1100"/>
              <a:buFont typeface="Arial"/>
              <a:buNone/>
            </a:pPr>
            <a:r>
              <a:t/>
            </a:r>
            <a:endParaRPr sz="800">
              <a:solidFill>
                <a:schemeClr val="dk1"/>
              </a:solidFill>
              <a:latin typeface="Inter Medium"/>
              <a:ea typeface="Inter Medium"/>
              <a:cs typeface="Inter Medium"/>
              <a:sym typeface="Inter Medium"/>
            </a:endParaRPr>
          </a:p>
        </p:txBody>
      </p:sp>
      <p:sp>
        <p:nvSpPr>
          <p:cNvPr id="434" name="Google Shape;434;p6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6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Meet</a:t>
            </a:r>
            <a:endParaRPr/>
          </a:p>
          <a:p>
            <a:pPr indent="0" lvl="0" marL="0" rtl="0" algn="l">
              <a:spcBef>
                <a:spcPts val="0"/>
              </a:spcBef>
              <a:spcAft>
                <a:spcPts val="0"/>
              </a:spcAft>
              <a:buNone/>
            </a:pPr>
            <a:r>
              <a:rPr lang="en"/>
              <a:t>the team</a:t>
            </a:r>
            <a:endParaRPr/>
          </a:p>
        </p:txBody>
      </p:sp>
      <p:pic>
        <p:nvPicPr>
          <p:cNvPr id="436" name="Google Shape;436;p61" title="T3C7H6272-U09FQEBGB8U-b9f890e14225-512.png"/>
          <p:cNvPicPr preferRelativeResize="0"/>
          <p:nvPr/>
        </p:nvPicPr>
        <p:blipFill rotWithShape="1">
          <a:blip r:embed="rId5">
            <a:alphaModFix/>
          </a:blip>
          <a:srcRect b="328" l="0" r="0" t="318"/>
          <a:stretch/>
        </p:blipFill>
        <p:spPr>
          <a:xfrm>
            <a:off x="4629750" y="2644375"/>
            <a:ext cx="1257900" cy="1249800"/>
          </a:xfrm>
          <a:prstGeom prst="rect">
            <a:avLst/>
          </a:prstGeom>
          <a:noFill/>
          <a:ln>
            <a:noFill/>
          </a:ln>
        </p:spPr>
      </p:pic>
      <p:cxnSp>
        <p:nvCxnSpPr>
          <p:cNvPr id="437" name="Google Shape;437;p61"/>
          <p:cNvCxnSpPr/>
          <p:nvPr/>
        </p:nvCxnSpPr>
        <p:spPr>
          <a:xfrm>
            <a:off x="283850" y="2639871"/>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438" name="Google Shape;438;p61"/>
          <p:cNvCxnSpPr/>
          <p:nvPr/>
        </p:nvCxnSpPr>
        <p:spPr>
          <a:xfrm>
            <a:off x="283850" y="289571"/>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439" name="Google Shape;439;p61"/>
          <p:cNvCxnSpPr/>
          <p:nvPr/>
        </p:nvCxnSpPr>
        <p:spPr>
          <a:xfrm>
            <a:off x="283850" y="4682671"/>
            <a:ext cx="8573100" cy="0"/>
          </a:xfrm>
          <a:prstGeom prst="straightConnector1">
            <a:avLst/>
          </a:prstGeom>
          <a:noFill/>
          <a:ln cap="flat" cmpd="sng" w="9525">
            <a:solidFill>
              <a:schemeClr val="dk1"/>
            </a:solidFill>
            <a:prstDash val="solid"/>
            <a:round/>
            <a:headEnd len="med" w="med" type="none"/>
            <a:tailEnd len="med" w="med" type="none"/>
          </a:ln>
        </p:spPr>
      </p:cxnSp>
      <p:pic>
        <p:nvPicPr>
          <p:cNvPr id="440" name="Google Shape;440;p61" title="T3C7H6272-U09FQE4724U-8fc3b1baff9a-192.jpg"/>
          <p:cNvPicPr preferRelativeResize="0"/>
          <p:nvPr/>
        </p:nvPicPr>
        <p:blipFill rotWithShape="1">
          <a:blip r:embed="rId6">
            <a:alphaModFix/>
          </a:blip>
          <a:srcRect b="328" l="0" r="0" t="318"/>
          <a:stretch/>
        </p:blipFill>
        <p:spPr>
          <a:xfrm>
            <a:off x="4629750" y="297525"/>
            <a:ext cx="1257900" cy="1249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grpSp>
        <p:nvGrpSpPr>
          <p:cNvPr id="445" name="Google Shape;445;p62"/>
          <p:cNvGrpSpPr/>
          <p:nvPr/>
        </p:nvGrpSpPr>
        <p:grpSpPr>
          <a:xfrm>
            <a:off x="-90500" y="1555575"/>
            <a:ext cx="9205125" cy="3303150"/>
            <a:chOff x="-61125" y="1555125"/>
            <a:chExt cx="9205125" cy="3303150"/>
          </a:xfrm>
        </p:grpSpPr>
        <p:sp>
          <p:nvSpPr>
            <p:cNvPr id="446" name="Google Shape;446;p62"/>
            <p:cNvSpPr txBox="1"/>
            <p:nvPr/>
          </p:nvSpPr>
          <p:spPr>
            <a:xfrm>
              <a:off x="284850" y="1891275"/>
              <a:ext cx="3966000" cy="629700"/>
            </a:xfrm>
            <a:prstGeom prst="rect">
              <a:avLst/>
            </a:prstGeom>
            <a:noFill/>
            <a:ln>
              <a:noFill/>
            </a:ln>
          </p:spPr>
          <p:txBody>
            <a:bodyPr anchorCtr="0" anchor="t" bIns="0" lIns="0" spcFirstLastPara="1" rIns="182875"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1000">
                  <a:solidFill>
                    <a:schemeClr val="lt1"/>
                  </a:solidFill>
                </a:rPr>
                <a:t>Implemented the authentication flow, including login and account creation pages, with form handling, basic validation, and routing to support user access to the app, and set up the folder</a:t>
              </a:r>
              <a:endParaRPr sz="1000">
                <a:solidFill>
                  <a:schemeClr val="lt1"/>
                </a:solidFill>
              </a:endParaRPr>
            </a:p>
            <a:p>
              <a:pPr indent="0" lvl="0" marL="0" rtl="0" algn="l">
                <a:lnSpc>
                  <a:spcPct val="100000"/>
                </a:lnSpc>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p:txBody>
        </p:sp>
        <p:sp>
          <p:nvSpPr>
            <p:cNvPr id="447" name="Google Shape;447;p62"/>
            <p:cNvSpPr txBox="1"/>
            <p:nvPr/>
          </p:nvSpPr>
          <p:spPr>
            <a:xfrm>
              <a:off x="284850" y="1555575"/>
              <a:ext cx="34944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Deliverable </a:t>
              </a:r>
              <a:endParaRPr>
                <a:solidFill>
                  <a:schemeClr val="lt1"/>
                </a:solidFill>
                <a:latin typeface="Inter"/>
                <a:ea typeface="Inter"/>
                <a:cs typeface="Inter"/>
                <a:sym typeface="Inter"/>
              </a:endParaRPr>
            </a:p>
          </p:txBody>
        </p:sp>
        <p:sp>
          <p:nvSpPr>
            <p:cNvPr id="448" name="Google Shape;448;p62"/>
            <p:cNvSpPr txBox="1"/>
            <p:nvPr/>
          </p:nvSpPr>
          <p:spPr>
            <a:xfrm>
              <a:off x="4629750" y="1555575"/>
              <a:ext cx="13269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Due date</a:t>
              </a:r>
              <a:endParaRPr>
                <a:solidFill>
                  <a:schemeClr val="lt1"/>
                </a:solidFill>
                <a:latin typeface="Inter"/>
                <a:ea typeface="Inter"/>
                <a:cs typeface="Inter"/>
                <a:sym typeface="Inter"/>
              </a:endParaRPr>
            </a:p>
          </p:txBody>
        </p:sp>
        <p:sp>
          <p:nvSpPr>
            <p:cNvPr id="449" name="Google Shape;449;p62"/>
            <p:cNvSpPr txBox="1"/>
            <p:nvPr/>
          </p:nvSpPr>
          <p:spPr>
            <a:xfrm>
              <a:off x="6086100" y="1555575"/>
              <a:ext cx="27708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Team responsible</a:t>
              </a:r>
              <a:endParaRPr>
                <a:solidFill>
                  <a:schemeClr val="lt1"/>
                </a:solidFill>
                <a:latin typeface="Inter"/>
                <a:ea typeface="Inter"/>
                <a:cs typeface="Inter"/>
                <a:sym typeface="Inter"/>
              </a:endParaRPr>
            </a:p>
          </p:txBody>
        </p:sp>
        <p:sp>
          <p:nvSpPr>
            <p:cNvPr id="450" name="Google Shape;450;p62"/>
            <p:cNvSpPr txBox="1"/>
            <p:nvPr/>
          </p:nvSpPr>
          <p:spPr>
            <a:xfrm>
              <a:off x="225325" y="2571750"/>
              <a:ext cx="4025400" cy="839100"/>
            </a:xfrm>
            <a:prstGeom prst="rect">
              <a:avLst/>
            </a:prstGeom>
            <a:noFill/>
            <a:ln>
              <a:noFill/>
            </a:ln>
          </p:spPr>
          <p:txBody>
            <a:bodyPr anchorCtr="0" anchor="t" bIns="0" lIns="0" spcFirstLastPara="1" rIns="182875" wrap="square" tIns="91425">
              <a:noAutofit/>
            </a:bodyPr>
            <a:lstStyle/>
            <a:p>
              <a:pPr indent="0" lvl="0" marL="0" rtl="0" algn="l">
                <a:lnSpc>
                  <a:spcPct val="115000"/>
                </a:lnSpc>
                <a:spcBef>
                  <a:spcPts val="0"/>
                </a:spcBef>
                <a:spcAft>
                  <a:spcPts val="0"/>
                </a:spcAft>
                <a:buClr>
                  <a:schemeClr val="lt1"/>
                </a:buClr>
                <a:buSzPts val="1100"/>
                <a:buNone/>
              </a:pPr>
              <a:r>
                <a:rPr lang="en" sz="1000">
                  <a:solidFill>
                    <a:schemeClr val="lt1"/>
                  </a:solidFill>
                </a:rPr>
                <a:t>Built the core of the form and I developed placeholders with demo data and handlers functions to test the table functionality  and workflow so later on my teammates can implement the table as a reusable component and connect to the backend.</a:t>
              </a:r>
              <a:endParaRPr sz="1000">
                <a:solidFill>
                  <a:schemeClr val="lt1"/>
                </a:solidFill>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sp>
          <p:nvSpPr>
            <p:cNvPr id="451" name="Google Shape;451;p62"/>
            <p:cNvSpPr txBox="1"/>
            <p:nvPr/>
          </p:nvSpPr>
          <p:spPr>
            <a:xfrm>
              <a:off x="284850" y="3343475"/>
              <a:ext cx="34944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Font typeface="Arial"/>
                <a:buNone/>
              </a:pPr>
              <a:r>
                <a:rPr lang="en" sz="800">
                  <a:solidFill>
                    <a:schemeClr val="lt1"/>
                  </a:solidFill>
                  <a:latin typeface="Inter"/>
                  <a:ea typeface="Inter"/>
                  <a:cs typeface="Inter"/>
                  <a:sym typeface="Inter"/>
                </a:rPr>
                <a:t>Connected backend and frontend.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sp>
          <p:nvSpPr>
            <p:cNvPr id="452" name="Google Shape;452;p62"/>
            <p:cNvSpPr txBox="1"/>
            <p:nvPr/>
          </p:nvSpPr>
          <p:spPr>
            <a:xfrm>
              <a:off x="119025" y="3912350"/>
              <a:ext cx="4735500" cy="907800"/>
            </a:xfrm>
            <a:prstGeom prst="rect">
              <a:avLst/>
            </a:prstGeom>
            <a:noFill/>
            <a:ln>
              <a:noFill/>
            </a:ln>
          </p:spPr>
          <p:txBody>
            <a:bodyPr anchorCtr="0" anchor="t" bIns="0" lIns="0" spcFirstLastPara="1" rIns="182875" wrap="square" tIns="91425">
              <a:noAutofit/>
            </a:bodyPr>
            <a:lstStyle/>
            <a:p>
              <a:pPr indent="0" lvl="0" marL="0" rtl="0" algn="l">
                <a:lnSpc>
                  <a:spcPct val="115000"/>
                </a:lnSpc>
                <a:spcBef>
                  <a:spcPts val="0"/>
                </a:spcBef>
                <a:spcAft>
                  <a:spcPts val="0"/>
                </a:spcAft>
                <a:buClr>
                  <a:schemeClr val="lt1"/>
                </a:buClr>
                <a:buSzPts val="1100"/>
                <a:buNone/>
              </a:pPr>
              <a:r>
                <a:rPr lang="en" sz="1000">
                  <a:solidFill>
                    <a:schemeClr val="lt1"/>
                  </a:solidFill>
                </a:rPr>
                <a:t>Built a reusable table component to display submitted jobs and integrated Violetta’s form into the same screen. I then created a Dashboard view to encapsulate this functionality, keeping changes isolated from App.jsx. The Dashboard serves as the routed view, while the table remains a reusable component.</a:t>
              </a:r>
              <a:endParaRPr sz="1000">
                <a:solidFill>
                  <a:schemeClr val="lt1"/>
                </a:solidFill>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sp>
          <p:nvSpPr>
            <p:cNvPr id="453" name="Google Shape;453;p62"/>
            <p:cNvSpPr txBox="1"/>
            <p:nvPr/>
          </p:nvSpPr>
          <p:spPr>
            <a:xfrm>
              <a:off x="4629750" y="2002750"/>
              <a:ext cx="1326900" cy="5184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Clr>
                  <a:schemeClr val="lt1"/>
                </a:buClr>
                <a:buSzPts val="1100"/>
                <a:buFont typeface="Arial"/>
                <a:buNone/>
              </a:pPr>
              <a:r>
                <a:rPr lang="en" sz="1000">
                  <a:solidFill>
                    <a:schemeClr val="lt1"/>
                  </a:solidFill>
                  <a:latin typeface="Inter"/>
                  <a:ea typeface="Inter"/>
                  <a:cs typeface="Inter"/>
                  <a:sym typeface="Inter"/>
                </a:rPr>
                <a:t>10/13-10/14</a:t>
              </a:r>
              <a:endParaRPr sz="10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1000">
                <a:solidFill>
                  <a:schemeClr val="lt1"/>
                </a:solidFill>
                <a:latin typeface="Inter"/>
                <a:ea typeface="Inter"/>
                <a:cs typeface="Inter"/>
                <a:sym typeface="Inter"/>
              </a:endParaRPr>
            </a:p>
            <a:p>
              <a:pPr indent="0" lvl="0" marL="0" rtl="0" algn="l">
                <a:spcBef>
                  <a:spcPts val="0"/>
                </a:spcBef>
                <a:spcAft>
                  <a:spcPts val="0"/>
                </a:spcAft>
                <a:buNone/>
              </a:pPr>
              <a:r>
                <a:t/>
              </a:r>
              <a:endParaRPr sz="1000">
                <a:solidFill>
                  <a:schemeClr val="lt1"/>
                </a:solidFill>
                <a:latin typeface="Inter"/>
                <a:ea typeface="Inter"/>
                <a:cs typeface="Inter"/>
                <a:sym typeface="Inter"/>
              </a:endParaRPr>
            </a:p>
          </p:txBody>
        </p:sp>
        <p:sp>
          <p:nvSpPr>
            <p:cNvPr id="454" name="Google Shape;454;p62"/>
            <p:cNvSpPr txBox="1"/>
            <p:nvPr/>
          </p:nvSpPr>
          <p:spPr>
            <a:xfrm>
              <a:off x="4572000" y="2689726"/>
              <a:ext cx="13269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Clr>
                  <a:schemeClr val="lt1"/>
                </a:buClr>
                <a:buSzPts val="1100"/>
                <a:buFont typeface="Arial"/>
                <a:buNone/>
              </a:pPr>
              <a:r>
                <a:rPr lang="en" sz="1000">
                  <a:solidFill>
                    <a:schemeClr val="lt1"/>
                  </a:solidFill>
                  <a:latin typeface="Inter"/>
                  <a:ea typeface="Inter"/>
                  <a:cs typeface="Inter"/>
                  <a:sym typeface="Inter"/>
                </a:rPr>
                <a:t>10/13-10/14</a:t>
              </a:r>
              <a:endParaRPr sz="1000">
                <a:solidFill>
                  <a:schemeClr val="lt1"/>
                </a:solidFill>
                <a:latin typeface="Inter"/>
                <a:ea typeface="Inter"/>
                <a:cs typeface="Inter"/>
                <a:sym typeface="Inter"/>
              </a:endParaRPr>
            </a:p>
          </p:txBody>
        </p:sp>
        <p:sp>
          <p:nvSpPr>
            <p:cNvPr id="455" name="Google Shape;455;p62"/>
            <p:cNvSpPr txBox="1"/>
            <p:nvPr/>
          </p:nvSpPr>
          <p:spPr>
            <a:xfrm>
              <a:off x="4629750" y="3343393"/>
              <a:ext cx="13269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Clr>
                  <a:schemeClr val="lt1"/>
                </a:buClr>
                <a:buSzPts val="1100"/>
                <a:buFont typeface="Arial"/>
                <a:buNone/>
              </a:pPr>
              <a:r>
                <a:rPr lang="en" sz="1000">
                  <a:solidFill>
                    <a:schemeClr val="lt1"/>
                  </a:solidFill>
                  <a:latin typeface="Inter"/>
                  <a:ea typeface="Inter"/>
                  <a:cs typeface="Inter"/>
                  <a:sym typeface="Inter"/>
                </a:rPr>
                <a:t>10/13-10/14</a:t>
              </a:r>
              <a:endParaRPr sz="1000">
                <a:solidFill>
                  <a:schemeClr val="lt1"/>
                </a:solidFill>
                <a:latin typeface="Inter"/>
                <a:ea typeface="Inter"/>
                <a:cs typeface="Inter"/>
                <a:sym typeface="Inter"/>
              </a:endParaRPr>
            </a:p>
          </p:txBody>
        </p:sp>
        <p:sp>
          <p:nvSpPr>
            <p:cNvPr id="456" name="Google Shape;456;p62"/>
            <p:cNvSpPr txBox="1"/>
            <p:nvPr/>
          </p:nvSpPr>
          <p:spPr>
            <a:xfrm>
              <a:off x="4629750" y="4013625"/>
              <a:ext cx="1326900" cy="419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Clr>
                  <a:schemeClr val="lt1"/>
                </a:buClr>
                <a:buSzPts val="1100"/>
                <a:buFont typeface="Arial"/>
                <a:buNone/>
              </a:pPr>
              <a:r>
                <a:rPr lang="en" sz="1000">
                  <a:solidFill>
                    <a:schemeClr val="lt1"/>
                  </a:solidFill>
                  <a:latin typeface="Inter"/>
                  <a:ea typeface="Inter"/>
                  <a:cs typeface="Inter"/>
                  <a:sym typeface="Inter"/>
                </a:rPr>
                <a:t>10/13-10/14</a:t>
              </a:r>
              <a:endParaRPr sz="1000">
                <a:solidFill>
                  <a:schemeClr val="lt1"/>
                </a:solidFill>
                <a:latin typeface="Inter"/>
                <a:ea typeface="Inter"/>
                <a:cs typeface="Inter"/>
                <a:sym typeface="Inter"/>
              </a:endParaRPr>
            </a:p>
          </p:txBody>
        </p:sp>
        <p:sp>
          <p:nvSpPr>
            <p:cNvPr id="457" name="Google Shape;457;p62"/>
            <p:cNvSpPr txBox="1"/>
            <p:nvPr/>
          </p:nvSpPr>
          <p:spPr>
            <a:xfrm>
              <a:off x="6086100" y="2002750"/>
              <a:ext cx="2770800" cy="5184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Shu </a:t>
              </a:r>
              <a:endParaRPr sz="1000">
                <a:solidFill>
                  <a:schemeClr val="lt1"/>
                </a:solidFill>
                <a:latin typeface="Inter"/>
                <a:ea typeface="Inter"/>
                <a:cs typeface="Inter"/>
                <a:sym typeface="Inter"/>
              </a:endParaRPr>
            </a:p>
          </p:txBody>
        </p:sp>
        <p:sp>
          <p:nvSpPr>
            <p:cNvPr id="458" name="Google Shape;458;p62"/>
            <p:cNvSpPr txBox="1"/>
            <p:nvPr/>
          </p:nvSpPr>
          <p:spPr>
            <a:xfrm>
              <a:off x="6086100" y="2673251"/>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Violetta</a:t>
              </a:r>
              <a:endParaRPr sz="1000">
                <a:solidFill>
                  <a:schemeClr val="lt1"/>
                </a:solidFill>
                <a:latin typeface="Inter"/>
                <a:ea typeface="Inter"/>
                <a:cs typeface="Inter"/>
                <a:sym typeface="Inter"/>
              </a:endParaRPr>
            </a:p>
          </p:txBody>
        </p:sp>
        <p:sp>
          <p:nvSpPr>
            <p:cNvPr id="459" name="Google Shape;459;p62"/>
            <p:cNvSpPr txBox="1"/>
            <p:nvPr/>
          </p:nvSpPr>
          <p:spPr>
            <a:xfrm>
              <a:off x="6086100" y="33433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Kacie</a:t>
              </a:r>
              <a:endParaRPr sz="1000">
                <a:solidFill>
                  <a:schemeClr val="lt1"/>
                </a:solidFill>
                <a:latin typeface="Inter"/>
                <a:ea typeface="Inter"/>
                <a:cs typeface="Inter"/>
                <a:sym typeface="Inter"/>
              </a:endParaRPr>
            </a:p>
          </p:txBody>
        </p:sp>
        <p:sp>
          <p:nvSpPr>
            <p:cNvPr id="460" name="Google Shape;460;p62"/>
            <p:cNvSpPr txBox="1"/>
            <p:nvPr/>
          </p:nvSpPr>
          <p:spPr>
            <a:xfrm>
              <a:off x="6086100" y="4013625"/>
              <a:ext cx="2770800" cy="419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Paige</a:t>
              </a:r>
              <a:endParaRPr sz="1000">
                <a:solidFill>
                  <a:schemeClr val="lt1"/>
                </a:solidFill>
                <a:latin typeface="Inter"/>
                <a:ea typeface="Inter"/>
                <a:cs typeface="Inter"/>
                <a:sym typeface="Inter"/>
              </a:endParaRPr>
            </a:p>
          </p:txBody>
        </p:sp>
        <p:cxnSp>
          <p:nvCxnSpPr>
            <p:cNvPr id="461" name="Google Shape;461;p62"/>
            <p:cNvCxnSpPr/>
            <p:nvPr/>
          </p:nvCxnSpPr>
          <p:spPr>
            <a:xfrm>
              <a:off x="-61125" y="1952200"/>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2" name="Google Shape;462;p62"/>
            <p:cNvCxnSpPr/>
            <p:nvPr/>
          </p:nvCxnSpPr>
          <p:spPr>
            <a:xfrm>
              <a:off x="-2400" y="2673333"/>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3" name="Google Shape;463;p62"/>
            <p:cNvCxnSpPr/>
            <p:nvPr/>
          </p:nvCxnSpPr>
          <p:spPr>
            <a:xfrm>
              <a:off x="-2400" y="3343467"/>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4" name="Google Shape;464;p62"/>
            <p:cNvCxnSpPr/>
            <p:nvPr/>
          </p:nvCxnSpPr>
          <p:spPr>
            <a:xfrm>
              <a:off x="-2400" y="4013600"/>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5" name="Google Shape;465;p62"/>
            <p:cNvCxnSpPr/>
            <p:nvPr/>
          </p:nvCxnSpPr>
          <p:spPr>
            <a:xfrm>
              <a:off x="-2400" y="4858275"/>
              <a:ext cx="9146400" cy="0"/>
            </a:xfrm>
            <a:prstGeom prst="straightConnector1">
              <a:avLst/>
            </a:prstGeom>
            <a:noFill/>
            <a:ln cap="flat" cmpd="sng" w="9525">
              <a:solidFill>
                <a:schemeClr val="lt1"/>
              </a:solidFill>
              <a:prstDash val="solid"/>
              <a:round/>
              <a:headEnd len="med" w="med" type="none"/>
              <a:tailEnd len="med" w="med" type="none"/>
            </a:ln>
          </p:spPr>
        </p:cxnSp>
        <p:cxnSp>
          <p:nvCxnSpPr>
            <p:cNvPr id="466" name="Google Shape;466;p62"/>
            <p:cNvCxnSpPr/>
            <p:nvPr/>
          </p:nvCxnSpPr>
          <p:spPr>
            <a:xfrm>
              <a:off x="-2400" y="1555125"/>
              <a:ext cx="9146400" cy="0"/>
            </a:xfrm>
            <a:prstGeom prst="straightConnector1">
              <a:avLst/>
            </a:prstGeom>
            <a:noFill/>
            <a:ln cap="flat" cmpd="sng" w="9525">
              <a:solidFill>
                <a:schemeClr val="lt1"/>
              </a:solidFill>
              <a:prstDash val="solid"/>
              <a:round/>
              <a:headEnd len="med" w="med" type="none"/>
              <a:tailEnd len="med" w="med" type="none"/>
            </a:ln>
          </p:spPr>
        </p:cxnSp>
      </p:grpSp>
      <p:sp>
        <p:nvSpPr>
          <p:cNvPr id="467" name="Google Shape;467;p62"/>
          <p:cNvSpPr txBox="1"/>
          <p:nvPr>
            <p:ph type="title"/>
          </p:nvPr>
        </p:nvSpPr>
        <p:spPr>
          <a:xfrm>
            <a:off x="284850" y="285900"/>
            <a:ext cx="64239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Deliverables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3"/>
          <p:cNvSpPr txBox="1"/>
          <p:nvPr/>
        </p:nvSpPr>
        <p:spPr>
          <a:xfrm>
            <a:off x="284850" y="1421538"/>
            <a:ext cx="2512800" cy="6606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0"/>
              </a:spcBef>
              <a:spcAft>
                <a:spcPts val="0"/>
              </a:spcAft>
              <a:buNone/>
            </a:pPr>
            <a:r>
              <a:rPr lang="en" sz="6000">
                <a:solidFill>
                  <a:schemeClr val="dk1"/>
                </a:solidFill>
                <a:latin typeface="Inter"/>
                <a:ea typeface="Inter"/>
                <a:cs typeface="Inter"/>
                <a:sym typeface="Inter"/>
              </a:rPr>
              <a:t>Live</a:t>
            </a:r>
            <a:endParaRPr sz="6000">
              <a:solidFill>
                <a:schemeClr val="dk1"/>
              </a:solidFill>
              <a:latin typeface="Inter"/>
              <a:ea typeface="Inter"/>
              <a:cs typeface="Inter"/>
              <a:sym typeface="Inter"/>
            </a:endParaRPr>
          </a:p>
          <a:p>
            <a:pPr indent="0" lvl="0" marL="0" rtl="0" algn="l">
              <a:lnSpc>
                <a:spcPct val="70000"/>
              </a:lnSpc>
              <a:spcBef>
                <a:spcPts val="0"/>
              </a:spcBef>
              <a:spcAft>
                <a:spcPts val="0"/>
              </a:spcAft>
              <a:buNone/>
            </a:pPr>
            <a:r>
              <a:rPr lang="en" sz="6000">
                <a:solidFill>
                  <a:schemeClr val="dk1"/>
                </a:solidFill>
                <a:latin typeface="Inter"/>
                <a:ea typeface="Inter"/>
                <a:cs typeface="Inter"/>
                <a:sym typeface="Inter"/>
              </a:rPr>
              <a:t>Demo</a:t>
            </a:r>
            <a:endParaRPr sz="6000">
              <a:solidFill>
                <a:schemeClr val="dk1"/>
              </a:solidFill>
              <a:latin typeface="Inter"/>
              <a:ea typeface="Inter"/>
              <a:cs typeface="Inter"/>
              <a:sym typeface="Inter"/>
            </a:endParaRPr>
          </a:p>
        </p:txBody>
      </p:sp>
      <p:cxnSp>
        <p:nvCxnSpPr>
          <p:cNvPr id="473" name="Google Shape;473;p63"/>
          <p:cNvCxnSpPr/>
          <p:nvPr/>
        </p:nvCxnSpPr>
        <p:spPr>
          <a:xfrm>
            <a:off x="283850" y="3217775"/>
            <a:ext cx="2773200" cy="0"/>
          </a:xfrm>
          <a:prstGeom prst="straightConnector1">
            <a:avLst/>
          </a:prstGeom>
          <a:noFill/>
          <a:ln cap="flat" cmpd="sng" w="9525">
            <a:solidFill>
              <a:schemeClr val="dk1"/>
            </a:solidFill>
            <a:prstDash val="solid"/>
            <a:round/>
            <a:headEnd len="med" w="med" type="none"/>
            <a:tailEnd len="med" w="med" type="none"/>
          </a:ln>
        </p:spPr>
      </p:cxnSp>
      <p:cxnSp>
        <p:nvCxnSpPr>
          <p:cNvPr id="474" name="Google Shape;474;p63"/>
          <p:cNvCxnSpPr/>
          <p:nvPr/>
        </p:nvCxnSpPr>
        <p:spPr>
          <a:xfrm>
            <a:off x="283850" y="285900"/>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475" name="Google Shape;475;p63"/>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4"/>
          <p:cNvSpPr txBox="1"/>
          <p:nvPr>
            <p:ph type="title"/>
          </p:nvPr>
        </p:nvSpPr>
        <p:spPr>
          <a:xfrm>
            <a:off x="283850" y="285900"/>
            <a:ext cx="5674200" cy="1274400"/>
          </a:xfrm>
          <a:prstGeom prst="rect">
            <a:avLst/>
          </a:prstGeom>
        </p:spPr>
        <p:txBody>
          <a:bodyPr anchorCtr="0" anchor="t" bIns="0" lIns="0" spcFirstLastPara="1" rIns="0" wrap="square" tIns="0">
            <a:spAutoFit/>
          </a:bodyPr>
          <a:lstStyle/>
          <a:p>
            <a:pPr indent="0" lvl="0" marL="0" rtl="0" algn="l">
              <a:lnSpc>
                <a:spcPct val="115000"/>
              </a:lnSpc>
              <a:spcBef>
                <a:spcPts val="1800"/>
              </a:spcBef>
              <a:spcAft>
                <a:spcPts val="0"/>
              </a:spcAft>
              <a:buClr>
                <a:schemeClr val="lt1"/>
              </a:buClr>
              <a:buSzPts val="1100"/>
              <a:buFont typeface="Arial"/>
              <a:buNone/>
            </a:pPr>
            <a:r>
              <a:rPr b="1" lang="en" sz="1700">
                <a:latin typeface="Arial"/>
                <a:ea typeface="Arial"/>
                <a:cs typeface="Arial"/>
                <a:sym typeface="Arial"/>
              </a:rPr>
              <a:t>Proposed Solution: Job Application Tracker System</a:t>
            </a:r>
            <a:endParaRPr b="1" sz="17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481" name="Google Shape;481;p6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482" name="Google Shape;482;p64"/>
          <p:cNvSpPr txBox="1"/>
          <p:nvPr>
            <p:ph idx="1" type="body"/>
          </p:nvPr>
        </p:nvSpPr>
        <p:spPr>
          <a:xfrm>
            <a:off x="2029500" y="3594650"/>
            <a:ext cx="2055000" cy="728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1200"/>
              </a:spcAft>
              <a:buClr>
                <a:schemeClr val="lt1"/>
              </a:buClr>
              <a:buSzPts val="1100"/>
              <a:buFont typeface="Arial"/>
              <a:buNone/>
            </a:pPr>
            <a:r>
              <a:rPr lang="en" sz="1100">
                <a:latin typeface="Arial"/>
                <a:ea typeface="Arial"/>
                <a:cs typeface="Arial"/>
                <a:sym typeface="Arial"/>
              </a:rPr>
              <a:t>A </a:t>
            </a:r>
            <a:r>
              <a:rPr b="1" lang="en" sz="1100">
                <a:latin typeface="Arial"/>
                <a:ea typeface="Arial"/>
                <a:cs typeface="Arial"/>
                <a:sym typeface="Arial"/>
              </a:rPr>
              <a:t>Job Application Tracker</a:t>
            </a:r>
            <a:r>
              <a:rPr lang="en" sz="1100">
                <a:latin typeface="Arial"/>
                <a:ea typeface="Arial"/>
                <a:cs typeface="Arial"/>
                <a:sym typeface="Arial"/>
              </a:rPr>
              <a:t> is a digital tool that helps users organize and manage their job applications in one place.</a:t>
            </a:r>
            <a:endParaRPr/>
          </a:p>
        </p:txBody>
      </p:sp>
      <p:sp>
        <p:nvSpPr>
          <p:cNvPr id="483" name="Google Shape;483;p64"/>
          <p:cNvSpPr txBox="1"/>
          <p:nvPr>
            <p:ph idx="4" type="body"/>
          </p:nvPr>
        </p:nvSpPr>
        <p:spPr>
          <a:xfrm>
            <a:off x="4392138" y="3602700"/>
            <a:ext cx="2055000" cy="728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100">
                <a:latin typeface="Arial"/>
                <a:ea typeface="Arial"/>
                <a:cs typeface="Arial"/>
                <a:sym typeface="Arial"/>
              </a:rPr>
              <a:t>Job Application Management</a:t>
            </a:r>
            <a:endParaRPr b="1" sz="1100">
              <a:latin typeface="Arial"/>
              <a:ea typeface="Arial"/>
              <a:cs typeface="Arial"/>
              <a:sym typeface="Arial"/>
            </a:endParaRPr>
          </a:p>
          <a:p>
            <a:pPr indent="0" lvl="0" marL="0" rtl="0" algn="l">
              <a:lnSpc>
                <a:spcPct val="115000"/>
              </a:lnSpc>
              <a:spcBef>
                <a:spcPts val="1200"/>
              </a:spcBef>
              <a:spcAft>
                <a:spcPts val="0"/>
              </a:spcAft>
              <a:buNone/>
            </a:pPr>
            <a:r>
              <a:rPr lang="en" sz="1100">
                <a:latin typeface="Arial"/>
                <a:ea typeface="Arial"/>
                <a:cs typeface="Arial"/>
                <a:sym typeface="Arial"/>
              </a:rPr>
              <a:t>Store Company, Job Title, Description, Date Applied and Status</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1200"/>
              </a:spcAft>
              <a:buNone/>
            </a:pPr>
            <a:r>
              <a:rPr lang="en" sz="1100">
                <a:latin typeface="Arial"/>
                <a:ea typeface="Arial"/>
                <a:cs typeface="Arial"/>
                <a:sym typeface="Arial"/>
              </a:rPr>
              <a:t>. </a:t>
            </a:r>
            <a:endParaRPr/>
          </a:p>
        </p:txBody>
      </p:sp>
      <p:sp>
        <p:nvSpPr>
          <p:cNvPr id="484" name="Google Shape;484;p64"/>
          <p:cNvSpPr txBox="1"/>
          <p:nvPr>
            <p:ph idx="5" type="body"/>
          </p:nvPr>
        </p:nvSpPr>
        <p:spPr>
          <a:xfrm>
            <a:off x="6754800" y="3599525"/>
            <a:ext cx="2054700" cy="96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100">
                <a:latin typeface="Arial"/>
                <a:ea typeface="Arial"/>
                <a:cs typeface="Arial"/>
                <a:sym typeface="Arial"/>
              </a:rPr>
              <a:t>Status Tracking</a:t>
            </a:r>
            <a:endParaRPr b="1" sz="1100">
              <a:latin typeface="Arial"/>
              <a:ea typeface="Arial"/>
              <a:cs typeface="Arial"/>
              <a:sym typeface="Arial"/>
            </a:endParaRPr>
          </a:p>
          <a:p>
            <a:pPr indent="0" lvl="0" marL="0" rtl="0" algn="l">
              <a:spcBef>
                <a:spcPts val="0"/>
              </a:spcBef>
              <a:spcAft>
                <a:spcPts val="0"/>
              </a:spcAft>
              <a:buNone/>
            </a:pPr>
            <a:r>
              <a:rPr lang="en" sz="1100">
                <a:latin typeface="Arial"/>
                <a:ea typeface="Arial"/>
                <a:cs typeface="Arial"/>
                <a:sym typeface="Arial"/>
              </a:rPr>
              <a:t>Application statuses such as:</a:t>
            </a:r>
            <a:endParaRPr sz="1100">
              <a:latin typeface="Arial"/>
              <a:ea typeface="Arial"/>
              <a:cs typeface="Arial"/>
              <a:sym typeface="Arial"/>
            </a:endParaRPr>
          </a:p>
          <a:p>
            <a:pPr indent="0" lvl="0" marL="0" rtl="0" algn="l">
              <a:spcBef>
                <a:spcPts val="0"/>
              </a:spcBef>
              <a:spcAft>
                <a:spcPts val="0"/>
              </a:spcAft>
              <a:buNone/>
            </a:pPr>
            <a:r>
              <a:rPr lang="en" sz="1100">
                <a:latin typeface="Arial"/>
                <a:ea typeface="Arial"/>
                <a:cs typeface="Arial"/>
                <a:sym typeface="Arial"/>
              </a:rPr>
              <a:t>*Applied</a:t>
            </a:r>
            <a:br>
              <a:rPr lang="en" sz="1100">
                <a:latin typeface="Arial"/>
                <a:ea typeface="Arial"/>
                <a:cs typeface="Arial"/>
                <a:sym typeface="Arial"/>
              </a:rPr>
            </a:br>
            <a:r>
              <a:rPr lang="en" sz="1100">
                <a:latin typeface="Arial"/>
                <a:ea typeface="Arial"/>
                <a:cs typeface="Arial"/>
                <a:sym typeface="Arial"/>
              </a:rPr>
              <a:t>*Interview </a:t>
            </a:r>
            <a:endParaRPr sz="1100">
              <a:latin typeface="Arial"/>
              <a:ea typeface="Arial"/>
              <a:cs typeface="Arial"/>
              <a:sym typeface="Arial"/>
            </a:endParaRPr>
          </a:p>
          <a:p>
            <a:pPr indent="0" lvl="0" marL="0" rtl="0" algn="l">
              <a:spcBef>
                <a:spcPts val="0"/>
              </a:spcBef>
              <a:spcAft>
                <a:spcPts val="0"/>
              </a:spcAft>
              <a:buNone/>
            </a:pPr>
            <a:r>
              <a:rPr lang="en" sz="1100">
                <a:latin typeface="Arial"/>
                <a:ea typeface="Arial"/>
                <a:cs typeface="Arial"/>
                <a:sym typeface="Arial"/>
              </a:rPr>
              <a:t>*Scheduled</a:t>
            </a:r>
            <a:endParaRPr sz="1100">
              <a:latin typeface="Arial"/>
              <a:ea typeface="Arial"/>
              <a:cs typeface="Arial"/>
              <a:sym typeface="Arial"/>
            </a:endParaRPr>
          </a:p>
          <a:p>
            <a:pPr indent="0" lvl="0" marL="0" rtl="0" algn="l">
              <a:spcBef>
                <a:spcPts val="0"/>
              </a:spcBef>
              <a:spcAft>
                <a:spcPts val="0"/>
              </a:spcAft>
              <a:buNone/>
            </a:pPr>
            <a:r>
              <a:rPr lang="en" sz="1100">
                <a:latin typeface="Arial"/>
                <a:ea typeface="Arial"/>
                <a:cs typeface="Arial"/>
                <a:sym typeface="Arial"/>
              </a:rPr>
              <a:t>*Rejected</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485" name="Google Shape;485;p64"/>
          <p:cNvSpPr/>
          <p:nvPr/>
        </p:nvSpPr>
        <p:spPr>
          <a:xfrm>
            <a:off x="2418876" y="3005488"/>
            <a:ext cx="493800" cy="493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01</a:t>
            </a:r>
            <a:endParaRPr>
              <a:solidFill>
                <a:schemeClr val="dk1"/>
              </a:solidFill>
              <a:latin typeface="Inter"/>
              <a:ea typeface="Inter"/>
              <a:cs typeface="Inter"/>
              <a:sym typeface="Inter"/>
            </a:endParaRPr>
          </a:p>
        </p:txBody>
      </p:sp>
      <p:sp>
        <p:nvSpPr>
          <p:cNvPr id="486" name="Google Shape;486;p64"/>
          <p:cNvSpPr/>
          <p:nvPr/>
        </p:nvSpPr>
        <p:spPr>
          <a:xfrm>
            <a:off x="4655042" y="3009536"/>
            <a:ext cx="493800" cy="493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02</a:t>
            </a:r>
            <a:endParaRPr>
              <a:solidFill>
                <a:schemeClr val="dk1"/>
              </a:solidFill>
              <a:latin typeface="Inter"/>
              <a:ea typeface="Inter"/>
              <a:cs typeface="Inter"/>
              <a:sym typeface="Inter"/>
            </a:endParaRPr>
          </a:p>
        </p:txBody>
      </p:sp>
      <p:sp>
        <p:nvSpPr>
          <p:cNvPr id="487" name="Google Shape;487;p64"/>
          <p:cNvSpPr/>
          <p:nvPr/>
        </p:nvSpPr>
        <p:spPr>
          <a:xfrm>
            <a:off x="6802059" y="3009513"/>
            <a:ext cx="493800" cy="493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03</a:t>
            </a:r>
            <a:endParaRPr>
              <a:solidFill>
                <a:schemeClr val="dk1"/>
              </a:solidFill>
              <a:latin typeface="Inter"/>
              <a:ea typeface="Inter"/>
              <a:cs typeface="Inter"/>
              <a:sym typeface="Inter"/>
            </a:endParaRPr>
          </a:p>
        </p:txBody>
      </p:sp>
      <p:cxnSp>
        <p:nvCxnSpPr>
          <p:cNvPr id="488" name="Google Shape;488;p64"/>
          <p:cNvCxnSpPr/>
          <p:nvPr/>
        </p:nvCxnSpPr>
        <p:spPr>
          <a:xfrm>
            <a:off x="283850" y="29101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89" name="Google Shape;489;p64"/>
          <p:cNvCxnSpPr/>
          <p:nvPr/>
        </p:nvCxnSpPr>
        <p:spPr>
          <a:xfrm>
            <a:off x="285450" y="4674275"/>
            <a:ext cx="8573100" cy="0"/>
          </a:xfrm>
          <a:prstGeom prst="straightConnector1">
            <a:avLst/>
          </a:prstGeom>
          <a:noFill/>
          <a:ln cap="flat" cmpd="sng" w="9525">
            <a:solidFill>
              <a:schemeClr val="lt1"/>
            </a:solidFill>
            <a:prstDash val="solid"/>
            <a:round/>
            <a:headEnd len="med" w="med" type="none"/>
            <a:tailEnd len="med" w="med" type="none"/>
          </a:ln>
        </p:spPr>
      </p:cxnSp>
      <p:pic>
        <p:nvPicPr>
          <p:cNvPr id="490" name="Google Shape;490;p64" title="screenshot_2025-12-14_at_10.21.57_720.png"/>
          <p:cNvPicPr preferRelativeResize="0"/>
          <p:nvPr/>
        </p:nvPicPr>
        <p:blipFill>
          <a:blip r:embed="rId3">
            <a:alphaModFix/>
          </a:blip>
          <a:stretch>
            <a:fillRect/>
          </a:stretch>
        </p:blipFill>
        <p:spPr>
          <a:xfrm>
            <a:off x="1618475" y="693173"/>
            <a:ext cx="6848475" cy="212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cxnSp>
        <p:nvCxnSpPr>
          <p:cNvPr id="495" name="Google Shape;495;p65"/>
          <p:cNvCxnSpPr/>
          <p:nvPr/>
        </p:nvCxnSpPr>
        <p:spPr>
          <a:xfrm rot="10800000">
            <a:off x="-50" y="15520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496" name="Google Shape;496;p65"/>
          <p:cNvCxnSpPr/>
          <p:nvPr/>
        </p:nvCxnSpPr>
        <p:spPr>
          <a:xfrm rot="10800000">
            <a:off x="-50" y="26362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497" name="Google Shape;497;p65"/>
          <p:cNvCxnSpPr/>
          <p:nvPr/>
        </p:nvCxnSpPr>
        <p:spPr>
          <a:xfrm rot="10800000">
            <a:off x="-50" y="37169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498" name="Google Shape;498;p65"/>
          <p:cNvCxnSpPr/>
          <p:nvPr/>
        </p:nvCxnSpPr>
        <p:spPr>
          <a:xfrm rot="10800000">
            <a:off x="-50" y="3606550"/>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499" name="Google Shape;499;p65"/>
          <p:cNvCxnSpPr/>
          <p:nvPr/>
        </p:nvCxnSpPr>
        <p:spPr>
          <a:xfrm rot="10800000">
            <a:off x="-50" y="2525850"/>
            <a:ext cx="9144000" cy="0"/>
          </a:xfrm>
          <a:prstGeom prst="straightConnector1">
            <a:avLst/>
          </a:prstGeom>
          <a:noFill/>
          <a:ln cap="flat" cmpd="sng" w="9525">
            <a:solidFill>
              <a:schemeClr val="lt1"/>
            </a:solidFill>
            <a:prstDash val="solid"/>
            <a:round/>
            <a:headEnd len="med" w="med" type="none"/>
            <a:tailEnd len="med" w="med" type="none"/>
          </a:ln>
        </p:spPr>
      </p:cxnSp>
      <p:sp>
        <p:nvSpPr>
          <p:cNvPr id="500" name="Google Shape;500;p65"/>
          <p:cNvSpPr/>
          <p:nvPr/>
        </p:nvSpPr>
        <p:spPr>
          <a:xfrm>
            <a:off x="5010751" y="1908469"/>
            <a:ext cx="548688" cy="259912"/>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01" name="Google Shape;501;p65"/>
          <p:cNvSpPr/>
          <p:nvPr/>
        </p:nvSpPr>
        <p:spPr>
          <a:xfrm>
            <a:off x="5010751" y="2989169"/>
            <a:ext cx="548688" cy="259912"/>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02" name="Google Shape;502;p65"/>
          <p:cNvSpPr/>
          <p:nvPr/>
        </p:nvSpPr>
        <p:spPr>
          <a:xfrm>
            <a:off x="5010751" y="4069869"/>
            <a:ext cx="548688" cy="259911"/>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03" name="Google Shape;503;p65"/>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Important lessons Learned </a:t>
            </a:r>
            <a:endParaRPr/>
          </a:p>
          <a:p>
            <a:pPr indent="0" lvl="0" marL="0" rtl="0" algn="l">
              <a:spcBef>
                <a:spcPts val="0"/>
              </a:spcBef>
              <a:spcAft>
                <a:spcPts val="0"/>
              </a:spcAft>
              <a:buNone/>
            </a:pPr>
            <a:r>
              <a:t/>
            </a:r>
            <a:endParaRPr/>
          </a:p>
        </p:txBody>
      </p:sp>
      <p:sp>
        <p:nvSpPr>
          <p:cNvPr id="504" name="Google Shape;504;p65"/>
          <p:cNvSpPr txBox="1"/>
          <p:nvPr>
            <p:ph idx="1" type="body"/>
          </p:nvPr>
        </p:nvSpPr>
        <p:spPr>
          <a:xfrm>
            <a:off x="6091950" y="1668100"/>
            <a:ext cx="2764800" cy="857700"/>
          </a:xfrm>
          <a:prstGeom prst="rect">
            <a:avLst/>
          </a:prstGeom>
        </p:spPr>
        <p:txBody>
          <a:bodyPr anchorCtr="0" anchor="ctr" bIns="0" lIns="0" spcFirstLastPara="1" rIns="0" wrap="square" tIns="0">
            <a:noAutofit/>
          </a:bodyPr>
          <a:lstStyle/>
          <a:p>
            <a:pPr indent="0" lvl="0" marL="0" rtl="0" algn="l">
              <a:lnSpc>
                <a:spcPct val="115000"/>
              </a:lnSpc>
              <a:spcBef>
                <a:spcPts val="1400"/>
              </a:spcBef>
              <a:spcAft>
                <a:spcPts val="0"/>
              </a:spcAft>
              <a:buNone/>
            </a:pPr>
            <a:r>
              <a:rPr b="1" lang="en" sz="1300">
                <a:latin typeface="Arial"/>
                <a:ea typeface="Arial"/>
                <a:cs typeface="Arial"/>
                <a:sym typeface="Arial"/>
              </a:rPr>
              <a:t>Collaboration improves when roles are clear (but flexible)</a:t>
            </a:r>
            <a:endParaRPr sz="1100">
              <a:latin typeface="Arial"/>
              <a:ea typeface="Arial"/>
              <a:cs typeface="Arial"/>
              <a:sym typeface="Arial"/>
            </a:endParaRPr>
          </a:p>
          <a:p>
            <a:pPr indent="0" lvl="0" marL="0" rtl="0" algn="l">
              <a:spcBef>
                <a:spcPts val="400"/>
              </a:spcBef>
              <a:spcAft>
                <a:spcPts val="0"/>
              </a:spcAft>
              <a:buNone/>
            </a:pPr>
            <a:r>
              <a:t/>
            </a:r>
            <a:endParaRPr/>
          </a:p>
        </p:txBody>
      </p:sp>
      <p:sp>
        <p:nvSpPr>
          <p:cNvPr id="505" name="Google Shape;505;p65"/>
          <p:cNvSpPr txBox="1"/>
          <p:nvPr>
            <p:ph idx="2" type="body"/>
          </p:nvPr>
        </p:nvSpPr>
        <p:spPr>
          <a:xfrm>
            <a:off x="6091950" y="2635425"/>
            <a:ext cx="2764800" cy="972000"/>
          </a:xfrm>
          <a:prstGeom prst="rect">
            <a:avLst/>
          </a:prstGeom>
        </p:spPr>
        <p:txBody>
          <a:bodyPr anchorCtr="0" anchor="ctr" bIns="0" lIns="0" spcFirstLastPara="1" rIns="0" wrap="square" tIns="0">
            <a:noAutofit/>
          </a:bodyPr>
          <a:lstStyle/>
          <a:p>
            <a:pPr indent="0" lvl="0" marL="0" rtl="0" algn="l">
              <a:lnSpc>
                <a:spcPct val="115000"/>
              </a:lnSpc>
              <a:spcBef>
                <a:spcPts val="1400"/>
              </a:spcBef>
              <a:spcAft>
                <a:spcPts val="0"/>
              </a:spcAft>
              <a:buNone/>
            </a:pPr>
            <a:r>
              <a:rPr b="1" lang="en" sz="1300">
                <a:latin typeface="Arial"/>
                <a:ea typeface="Arial"/>
                <a:cs typeface="Arial"/>
                <a:sym typeface="Arial"/>
              </a:rPr>
              <a:t>Clear communication is important. </a:t>
            </a:r>
            <a:r>
              <a:rPr lang="en" sz="1100">
                <a:latin typeface="Arial"/>
                <a:ea typeface="Arial"/>
                <a:cs typeface="Arial"/>
                <a:sym typeface="Arial"/>
              </a:rPr>
              <a:t>Misunderstandings cause more delays than lack of skill.</a:t>
            </a:r>
            <a:endParaRPr sz="1100">
              <a:latin typeface="Arial"/>
              <a:ea typeface="Arial"/>
              <a:cs typeface="Arial"/>
              <a:sym typeface="Arial"/>
            </a:endParaRPr>
          </a:p>
          <a:p>
            <a:pPr indent="0" lvl="0" marL="0" rtl="0" algn="l">
              <a:spcBef>
                <a:spcPts val="400"/>
              </a:spcBef>
              <a:spcAft>
                <a:spcPts val="0"/>
              </a:spcAft>
              <a:buNone/>
            </a:pPr>
            <a:r>
              <a:t/>
            </a:r>
            <a:endParaRPr/>
          </a:p>
        </p:txBody>
      </p:sp>
      <p:sp>
        <p:nvSpPr>
          <p:cNvPr id="506" name="Google Shape;506;p65"/>
          <p:cNvSpPr txBox="1"/>
          <p:nvPr>
            <p:ph idx="6" type="subTitle"/>
          </p:nvPr>
        </p:nvSpPr>
        <p:spPr>
          <a:xfrm>
            <a:off x="288625" y="1555575"/>
            <a:ext cx="45096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Key learning 1</a:t>
            </a:r>
            <a:endParaRPr/>
          </a:p>
        </p:txBody>
      </p:sp>
      <p:sp>
        <p:nvSpPr>
          <p:cNvPr id="507" name="Google Shape;507;p65"/>
          <p:cNvSpPr txBox="1"/>
          <p:nvPr>
            <p:ph idx="7" type="subTitle"/>
          </p:nvPr>
        </p:nvSpPr>
        <p:spPr>
          <a:xfrm>
            <a:off x="288625" y="2636275"/>
            <a:ext cx="45096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Key learning 2</a:t>
            </a:r>
            <a:endParaRPr/>
          </a:p>
        </p:txBody>
      </p:sp>
      <p:sp>
        <p:nvSpPr>
          <p:cNvPr id="508" name="Google Shape;508;p65"/>
          <p:cNvSpPr txBox="1"/>
          <p:nvPr>
            <p:ph idx="8" type="subTitle"/>
          </p:nvPr>
        </p:nvSpPr>
        <p:spPr>
          <a:xfrm>
            <a:off x="288625" y="3716975"/>
            <a:ext cx="45096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Key learning 3</a:t>
            </a:r>
            <a:endParaRPr/>
          </a:p>
        </p:txBody>
      </p:sp>
      <p:sp>
        <p:nvSpPr>
          <p:cNvPr id="509" name="Google Shape;509;p65"/>
          <p:cNvSpPr txBox="1"/>
          <p:nvPr>
            <p:ph idx="3" type="body"/>
          </p:nvPr>
        </p:nvSpPr>
        <p:spPr>
          <a:xfrm>
            <a:off x="6091950" y="3706763"/>
            <a:ext cx="2764800" cy="972000"/>
          </a:xfrm>
          <a:prstGeom prst="rect">
            <a:avLst/>
          </a:prstGeom>
        </p:spPr>
        <p:txBody>
          <a:bodyPr anchorCtr="0" anchor="ctr" bIns="0" lIns="0" spcFirstLastPara="1" rIns="0" wrap="square" tIns="0">
            <a:noAutofit/>
          </a:bodyPr>
          <a:lstStyle/>
          <a:p>
            <a:pPr indent="0" lvl="0" marL="0" rtl="0" algn="l">
              <a:lnSpc>
                <a:spcPct val="115000"/>
              </a:lnSpc>
              <a:spcBef>
                <a:spcPts val="1400"/>
              </a:spcBef>
              <a:spcAft>
                <a:spcPts val="400"/>
              </a:spcAft>
              <a:buNone/>
            </a:pPr>
            <a:r>
              <a:rPr lang="en" sz="1100">
                <a:latin typeface="Arial"/>
                <a:ea typeface="Arial"/>
                <a:cs typeface="Arial"/>
                <a:sym typeface="Arial"/>
              </a:rPr>
              <a:t>It was a good learning experience to work with teammates who have different styles and methods. </a:t>
            </a:r>
            <a:endParaRPr/>
          </a:p>
        </p:txBody>
      </p:sp>
      <p:cxnSp>
        <p:nvCxnSpPr>
          <p:cNvPr id="510" name="Google Shape;510;p65"/>
          <p:cNvCxnSpPr/>
          <p:nvPr/>
        </p:nvCxnSpPr>
        <p:spPr>
          <a:xfrm rot="10800000">
            <a:off x="-50" y="4682675"/>
            <a:ext cx="91440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cxnSp>
        <p:nvCxnSpPr>
          <p:cNvPr id="515" name="Google Shape;515;p66"/>
          <p:cNvCxnSpPr/>
          <p:nvPr/>
        </p:nvCxnSpPr>
        <p:spPr>
          <a:xfrm rot="10800000">
            <a:off x="-50" y="4682675"/>
            <a:ext cx="9144000" cy="0"/>
          </a:xfrm>
          <a:prstGeom prst="straightConnector1">
            <a:avLst/>
          </a:prstGeom>
          <a:noFill/>
          <a:ln cap="flat" cmpd="sng" w="9525">
            <a:solidFill>
              <a:schemeClr val="dk2"/>
            </a:solidFill>
            <a:prstDash val="solid"/>
            <a:round/>
            <a:headEnd len="med" w="med" type="none"/>
            <a:tailEnd len="med" w="med" type="none"/>
          </a:ln>
        </p:spPr>
      </p:cxnSp>
      <p:sp>
        <p:nvSpPr>
          <p:cNvPr id="516" name="Google Shape;516;p66"/>
          <p:cNvSpPr/>
          <p:nvPr/>
        </p:nvSpPr>
        <p:spPr>
          <a:xfrm>
            <a:off x="284850" y="1555575"/>
            <a:ext cx="1005000" cy="9657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17" name="Google Shape;517;p66"/>
          <p:cNvSpPr/>
          <p:nvPr/>
        </p:nvSpPr>
        <p:spPr>
          <a:xfrm>
            <a:off x="1736388" y="2636275"/>
            <a:ext cx="1005000" cy="965700"/>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18" name="Google Shape;518;p66"/>
          <p:cNvSpPr/>
          <p:nvPr/>
        </p:nvSpPr>
        <p:spPr>
          <a:xfrm>
            <a:off x="3185700" y="3716975"/>
            <a:ext cx="1005000" cy="965700"/>
          </a:xfrm>
          <a:prstGeom prst="roundRect">
            <a:avLst>
              <a:gd fmla="val 50000" name="adj"/>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cxnSp>
        <p:nvCxnSpPr>
          <p:cNvPr id="519" name="Google Shape;519;p66"/>
          <p:cNvCxnSpPr/>
          <p:nvPr/>
        </p:nvCxnSpPr>
        <p:spPr>
          <a:xfrm rot="10800000">
            <a:off x="-50" y="15520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66"/>
          <p:cNvCxnSpPr/>
          <p:nvPr/>
        </p:nvCxnSpPr>
        <p:spPr>
          <a:xfrm rot="10800000">
            <a:off x="-50" y="26362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66"/>
          <p:cNvCxnSpPr/>
          <p:nvPr/>
        </p:nvCxnSpPr>
        <p:spPr>
          <a:xfrm rot="10800000">
            <a:off x="-50" y="37169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66"/>
          <p:cNvCxnSpPr/>
          <p:nvPr/>
        </p:nvCxnSpPr>
        <p:spPr>
          <a:xfrm rot="10800000">
            <a:off x="-50" y="3606550"/>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66"/>
          <p:cNvCxnSpPr/>
          <p:nvPr/>
        </p:nvCxnSpPr>
        <p:spPr>
          <a:xfrm rot="10800000">
            <a:off x="-50" y="2525850"/>
            <a:ext cx="9144000" cy="0"/>
          </a:xfrm>
          <a:prstGeom prst="straightConnector1">
            <a:avLst/>
          </a:prstGeom>
          <a:noFill/>
          <a:ln cap="flat" cmpd="sng" w="9525">
            <a:solidFill>
              <a:schemeClr val="dk2"/>
            </a:solidFill>
            <a:prstDash val="solid"/>
            <a:round/>
            <a:headEnd len="med" w="med" type="none"/>
            <a:tailEnd len="med" w="med" type="none"/>
          </a:ln>
        </p:spPr>
      </p:cxnSp>
      <p:sp>
        <p:nvSpPr>
          <p:cNvPr id="524" name="Google Shape;524;p6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01</a:t>
            </a:r>
            <a:endParaRPr>
              <a:solidFill>
                <a:schemeClr val="lt1"/>
              </a:solidFill>
            </a:endParaRPr>
          </a:p>
        </p:txBody>
      </p:sp>
      <p:sp>
        <p:nvSpPr>
          <p:cNvPr id="525" name="Google Shape;525;p66"/>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Automatically parse Job title/automate </a:t>
            </a:r>
            <a:endParaRPr/>
          </a:p>
        </p:txBody>
      </p:sp>
      <p:sp>
        <p:nvSpPr>
          <p:cNvPr id="526" name="Google Shape;526;p66"/>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Store Company URL </a:t>
            </a:r>
            <a:endParaRPr/>
          </a:p>
        </p:txBody>
      </p:sp>
      <p:sp>
        <p:nvSpPr>
          <p:cNvPr id="527" name="Google Shape;527;p66"/>
          <p:cNvSpPr txBox="1"/>
          <p:nvPr>
            <p:ph type="title"/>
          </p:nvPr>
        </p:nvSpPr>
        <p:spPr>
          <a:xfrm>
            <a:off x="283850" y="285900"/>
            <a:ext cx="5674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Future Enhancement</a:t>
            </a:r>
            <a:endParaRPr/>
          </a:p>
        </p:txBody>
      </p:sp>
      <p:sp>
        <p:nvSpPr>
          <p:cNvPr id="528" name="Google Shape;528;p66"/>
          <p:cNvSpPr txBox="1"/>
          <p:nvPr>
            <p:ph idx="6" type="body"/>
          </p:nvPr>
        </p:nvSpPr>
        <p:spPr>
          <a:xfrm>
            <a:off x="1736400" y="155387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Parse Resume</a:t>
            </a:r>
            <a:endParaRPr/>
          </a:p>
        </p:txBody>
      </p:sp>
      <p:sp>
        <p:nvSpPr>
          <p:cNvPr id="529" name="Google Shape;529;p66"/>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02</a:t>
            </a:r>
            <a:endParaRPr/>
          </a:p>
        </p:txBody>
      </p:sp>
      <p:sp>
        <p:nvSpPr>
          <p:cNvPr id="530" name="Google Shape;530;p66"/>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03</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cxnSp>
        <p:nvCxnSpPr>
          <p:cNvPr id="535" name="Google Shape;535;p67"/>
          <p:cNvCxnSpPr/>
          <p:nvPr/>
        </p:nvCxnSpPr>
        <p:spPr>
          <a:xfrm>
            <a:off x="283850" y="2859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536" name="Google Shape;536;p67"/>
          <p:cNvCxnSpPr/>
          <p:nvPr/>
        </p:nvCxnSpPr>
        <p:spPr>
          <a:xfrm>
            <a:off x="283850" y="4683725"/>
            <a:ext cx="8573100" cy="0"/>
          </a:xfrm>
          <a:prstGeom prst="straightConnector1">
            <a:avLst/>
          </a:prstGeom>
          <a:noFill/>
          <a:ln cap="flat" cmpd="sng" w="9525">
            <a:solidFill>
              <a:schemeClr val="lt1"/>
            </a:solidFill>
            <a:prstDash val="solid"/>
            <a:round/>
            <a:headEnd len="med" w="med" type="none"/>
            <a:tailEnd len="med" w="med" type="none"/>
          </a:ln>
        </p:spPr>
      </p:cxnSp>
      <p:sp>
        <p:nvSpPr>
          <p:cNvPr id="537" name="Google Shape;537;p67"/>
          <p:cNvSpPr/>
          <p:nvPr/>
        </p:nvSpPr>
        <p:spPr>
          <a:xfrm>
            <a:off x="4266841" y="720595"/>
            <a:ext cx="3508516" cy="3528434"/>
          </a:xfrm>
          <a:custGeom>
            <a:rect b="b" l="l" r="r" t="t"/>
            <a:pathLst>
              <a:path extrusionOk="0" h="55244" w="54930">
                <a:moveTo>
                  <a:pt x="28815" y="0"/>
                </a:moveTo>
                <a:lnTo>
                  <a:pt x="27810" y="63"/>
                </a:lnTo>
                <a:lnTo>
                  <a:pt x="26806" y="188"/>
                </a:lnTo>
                <a:lnTo>
                  <a:pt x="25801" y="314"/>
                </a:lnTo>
                <a:lnTo>
                  <a:pt x="24860" y="502"/>
                </a:lnTo>
                <a:lnTo>
                  <a:pt x="23855" y="691"/>
                </a:lnTo>
                <a:lnTo>
                  <a:pt x="22914" y="942"/>
                </a:lnTo>
                <a:lnTo>
                  <a:pt x="21972" y="1256"/>
                </a:lnTo>
                <a:lnTo>
                  <a:pt x="20152" y="1946"/>
                </a:lnTo>
                <a:lnTo>
                  <a:pt x="18457" y="2762"/>
                </a:lnTo>
                <a:lnTo>
                  <a:pt x="16762" y="3641"/>
                </a:lnTo>
                <a:lnTo>
                  <a:pt x="15129" y="4708"/>
                </a:lnTo>
                <a:lnTo>
                  <a:pt x="17640" y="9103"/>
                </a:lnTo>
                <a:lnTo>
                  <a:pt x="18959" y="8161"/>
                </a:lnTo>
                <a:lnTo>
                  <a:pt x="20340" y="7345"/>
                </a:lnTo>
                <a:lnTo>
                  <a:pt x="21784" y="6655"/>
                </a:lnTo>
                <a:lnTo>
                  <a:pt x="23290" y="6090"/>
                </a:lnTo>
                <a:lnTo>
                  <a:pt x="24860" y="5587"/>
                </a:lnTo>
                <a:lnTo>
                  <a:pt x="26492" y="5273"/>
                </a:lnTo>
                <a:lnTo>
                  <a:pt x="28124" y="5085"/>
                </a:lnTo>
                <a:lnTo>
                  <a:pt x="29819" y="5022"/>
                </a:lnTo>
                <a:lnTo>
                  <a:pt x="30949" y="5022"/>
                </a:lnTo>
                <a:lnTo>
                  <a:pt x="32079" y="5148"/>
                </a:lnTo>
                <a:lnTo>
                  <a:pt x="33209" y="5273"/>
                </a:lnTo>
                <a:lnTo>
                  <a:pt x="34276" y="5525"/>
                </a:lnTo>
                <a:lnTo>
                  <a:pt x="35344" y="5776"/>
                </a:lnTo>
                <a:lnTo>
                  <a:pt x="36411" y="6152"/>
                </a:lnTo>
                <a:lnTo>
                  <a:pt x="37478" y="6529"/>
                </a:lnTo>
                <a:lnTo>
                  <a:pt x="38482" y="6968"/>
                </a:lnTo>
                <a:lnTo>
                  <a:pt x="39487" y="7533"/>
                </a:lnTo>
                <a:lnTo>
                  <a:pt x="40491" y="8098"/>
                </a:lnTo>
                <a:lnTo>
                  <a:pt x="41370" y="8726"/>
                </a:lnTo>
                <a:lnTo>
                  <a:pt x="42312" y="9354"/>
                </a:lnTo>
                <a:lnTo>
                  <a:pt x="43128" y="10107"/>
                </a:lnTo>
                <a:lnTo>
                  <a:pt x="43944" y="10861"/>
                </a:lnTo>
                <a:lnTo>
                  <a:pt x="44760" y="11677"/>
                </a:lnTo>
                <a:lnTo>
                  <a:pt x="45451" y="12556"/>
                </a:lnTo>
                <a:lnTo>
                  <a:pt x="38608" y="12556"/>
                </a:lnTo>
                <a:lnTo>
                  <a:pt x="38608" y="17578"/>
                </a:lnTo>
                <a:lnTo>
                  <a:pt x="52419" y="17578"/>
                </a:lnTo>
                <a:lnTo>
                  <a:pt x="52419" y="3767"/>
                </a:lnTo>
                <a:lnTo>
                  <a:pt x="47397" y="3767"/>
                </a:lnTo>
                <a:lnTo>
                  <a:pt x="47397" y="7220"/>
                </a:lnTo>
                <a:lnTo>
                  <a:pt x="46518" y="6341"/>
                </a:lnTo>
                <a:lnTo>
                  <a:pt x="45576" y="5525"/>
                </a:lnTo>
                <a:lnTo>
                  <a:pt x="44572" y="4834"/>
                </a:lnTo>
                <a:lnTo>
                  <a:pt x="43630" y="4081"/>
                </a:lnTo>
                <a:lnTo>
                  <a:pt x="42563" y="3453"/>
                </a:lnTo>
                <a:lnTo>
                  <a:pt x="41496" y="2888"/>
                </a:lnTo>
                <a:lnTo>
                  <a:pt x="40429" y="2323"/>
                </a:lnTo>
                <a:lnTo>
                  <a:pt x="39299" y="1821"/>
                </a:lnTo>
                <a:lnTo>
                  <a:pt x="38169" y="1381"/>
                </a:lnTo>
                <a:lnTo>
                  <a:pt x="37039" y="1005"/>
                </a:lnTo>
                <a:lnTo>
                  <a:pt x="35846" y="691"/>
                </a:lnTo>
                <a:lnTo>
                  <a:pt x="34716" y="440"/>
                </a:lnTo>
                <a:lnTo>
                  <a:pt x="33523" y="251"/>
                </a:lnTo>
                <a:lnTo>
                  <a:pt x="32268" y="126"/>
                </a:lnTo>
                <a:lnTo>
                  <a:pt x="31075" y="0"/>
                </a:lnTo>
                <a:close/>
                <a:moveTo>
                  <a:pt x="11991" y="9354"/>
                </a:moveTo>
                <a:lnTo>
                  <a:pt x="0" y="16259"/>
                </a:lnTo>
                <a:lnTo>
                  <a:pt x="2511" y="20591"/>
                </a:lnTo>
                <a:lnTo>
                  <a:pt x="5399" y="18896"/>
                </a:lnTo>
                <a:lnTo>
                  <a:pt x="5399" y="18896"/>
                </a:lnTo>
                <a:lnTo>
                  <a:pt x="5085" y="20403"/>
                </a:lnTo>
                <a:lnTo>
                  <a:pt x="4897" y="21972"/>
                </a:lnTo>
                <a:lnTo>
                  <a:pt x="4771" y="23542"/>
                </a:lnTo>
                <a:lnTo>
                  <a:pt x="4708" y="25174"/>
                </a:lnTo>
                <a:lnTo>
                  <a:pt x="4771" y="27057"/>
                </a:lnTo>
                <a:lnTo>
                  <a:pt x="4960" y="28878"/>
                </a:lnTo>
                <a:lnTo>
                  <a:pt x="5273" y="30698"/>
                </a:lnTo>
                <a:lnTo>
                  <a:pt x="5776" y="32456"/>
                </a:lnTo>
                <a:lnTo>
                  <a:pt x="6341" y="34151"/>
                </a:lnTo>
                <a:lnTo>
                  <a:pt x="7031" y="35783"/>
                </a:lnTo>
                <a:lnTo>
                  <a:pt x="7847" y="37353"/>
                </a:lnTo>
                <a:lnTo>
                  <a:pt x="8789" y="38922"/>
                </a:lnTo>
                <a:lnTo>
                  <a:pt x="9856" y="40366"/>
                </a:lnTo>
                <a:lnTo>
                  <a:pt x="10986" y="41747"/>
                </a:lnTo>
                <a:lnTo>
                  <a:pt x="12242" y="43065"/>
                </a:lnTo>
                <a:lnTo>
                  <a:pt x="13497" y="44258"/>
                </a:lnTo>
                <a:lnTo>
                  <a:pt x="14878" y="45325"/>
                </a:lnTo>
                <a:lnTo>
                  <a:pt x="16322" y="46330"/>
                </a:lnTo>
                <a:lnTo>
                  <a:pt x="17829" y="47209"/>
                </a:lnTo>
                <a:lnTo>
                  <a:pt x="19398" y="48025"/>
                </a:lnTo>
                <a:lnTo>
                  <a:pt x="21909" y="43630"/>
                </a:lnTo>
                <a:lnTo>
                  <a:pt x="20591" y="43002"/>
                </a:lnTo>
                <a:lnTo>
                  <a:pt x="19335" y="42249"/>
                </a:lnTo>
                <a:lnTo>
                  <a:pt x="18080" y="41433"/>
                </a:lnTo>
                <a:lnTo>
                  <a:pt x="16950" y="40554"/>
                </a:lnTo>
                <a:lnTo>
                  <a:pt x="15883" y="39613"/>
                </a:lnTo>
                <a:lnTo>
                  <a:pt x="14878" y="38545"/>
                </a:lnTo>
                <a:lnTo>
                  <a:pt x="13937" y="37478"/>
                </a:lnTo>
                <a:lnTo>
                  <a:pt x="13058" y="36223"/>
                </a:lnTo>
                <a:lnTo>
                  <a:pt x="12304" y="34967"/>
                </a:lnTo>
                <a:lnTo>
                  <a:pt x="11614" y="33649"/>
                </a:lnTo>
                <a:lnTo>
                  <a:pt x="11049" y="32330"/>
                </a:lnTo>
                <a:lnTo>
                  <a:pt x="10609" y="30949"/>
                </a:lnTo>
                <a:lnTo>
                  <a:pt x="10233" y="29568"/>
                </a:lnTo>
                <a:lnTo>
                  <a:pt x="9982" y="28124"/>
                </a:lnTo>
                <a:lnTo>
                  <a:pt x="9793" y="26680"/>
                </a:lnTo>
                <a:lnTo>
                  <a:pt x="9731" y="25174"/>
                </a:lnTo>
                <a:lnTo>
                  <a:pt x="9793" y="24169"/>
                </a:lnTo>
                <a:lnTo>
                  <a:pt x="9856" y="23228"/>
                </a:lnTo>
                <a:lnTo>
                  <a:pt x="9919" y="22286"/>
                </a:lnTo>
                <a:lnTo>
                  <a:pt x="10107" y="21407"/>
                </a:lnTo>
                <a:lnTo>
                  <a:pt x="10296" y="20465"/>
                </a:lnTo>
                <a:lnTo>
                  <a:pt x="10547" y="19587"/>
                </a:lnTo>
                <a:lnTo>
                  <a:pt x="10798" y="18708"/>
                </a:lnTo>
                <a:lnTo>
                  <a:pt x="11112" y="17892"/>
                </a:lnTo>
                <a:lnTo>
                  <a:pt x="14502" y="23793"/>
                </a:lnTo>
                <a:lnTo>
                  <a:pt x="18896" y="21282"/>
                </a:lnTo>
                <a:lnTo>
                  <a:pt x="11991" y="9354"/>
                </a:lnTo>
                <a:close/>
                <a:moveTo>
                  <a:pt x="49720" y="22600"/>
                </a:moveTo>
                <a:lnTo>
                  <a:pt x="49845" y="23228"/>
                </a:lnTo>
                <a:lnTo>
                  <a:pt x="49908" y="23793"/>
                </a:lnTo>
                <a:lnTo>
                  <a:pt x="49908" y="25111"/>
                </a:lnTo>
                <a:lnTo>
                  <a:pt x="49908" y="26053"/>
                </a:lnTo>
                <a:lnTo>
                  <a:pt x="49845" y="26994"/>
                </a:lnTo>
                <a:lnTo>
                  <a:pt x="49782" y="27873"/>
                </a:lnTo>
                <a:lnTo>
                  <a:pt x="49594" y="28752"/>
                </a:lnTo>
                <a:lnTo>
                  <a:pt x="49468" y="29631"/>
                </a:lnTo>
                <a:lnTo>
                  <a:pt x="49217" y="30510"/>
                </a:lnTo>
                <a:lnTo>
                  <a:pt x="48966" y="31389"/>
                </a:lnTo>
                <a:lnTo>
                  <a:pt x="48715" y="32205"/>
                </a:lnTo>
                <a:lnTo>
                  <a:pt x="48338" y="33021"/>
                </a:lnTo>
                <a:lnTo>
                  <a:pt x="48025" y="33837"/>
                </a:lnTo>
                <a:lnTo>
                  <a:pt x="47585" y="34653"/>
                </a:lnTo>
                <a:lnTo>
                  <a:pt x="47146" y="35406"/>
                </a:lnTo>
                <a:lnTo>
                  <a:pt x="46706" y="36160"/>
                </a:lnTo>
                <a:lnTo>
                  <a:pt x="46141" y="36913"/>
                </a:lnTo>
                <a:lnTo>
                  <a:pt x="45576" y="37604"/>
                </a:lnTo>
                <a:lnTo>
                  <a:pt x="45011" y="38357"/>
                </a:lnTo>
                <a:lnTo>
                  <a:pt x="44383" y="39048"/>
                </a:lnTo>
                <a:lnTo>
                  <a:pt x="43756" y="39675"/>
                </a:lnTo>
                <a:lnTo>
                  <a:pt x="43065" y="40303"/>
                </a:lnTo>
                <a:lnTo>
                  <a:pt x="42375" y="40868"/>
                </a:lnTo>
                <a:lnTo>
                  <a:pt x="41684" y="41433"/>
                </a:lnTo>
                <a:lnTo>
                  <a:pt x="40931" y="41935"/>
                </a:lnTo>
                <a:lnTo>
                  <a:pt x="40240" y="42437"/>
                </a:lnTo>
                <a:lnTo>
                  <a:pt x="39424" y="42877"/>
                </a:lnTo>
                <a:lnTo>
                  <a:pt x="38671" y="43254"/>
                </a:lnTo>
                <a:lnTo>
                  <a:pt x="37855" y="43630"/>
                </a:lnTo>
                <a:lnTo>
                  <a:pt x="37039" y="43944"/>
                </a:lnTo>
                <a:lnTo>
                  <a:pt x="36222" y="44258"/>
                </a:lnTo>
                <a:lnTo>
                  <a:pt x="35344" y="44509"/>
                </a:lnTo>
                <a:lnTo>
                  <a:pt x="34465" y="44697"/>
                </a:lnTo>
                <a:lnTo>
                  <a:pt x="33586" y="44886"/>
                </a:lnTo>
                <a:lnTo>
                  <a:pt x="32644" y="45074"/>
                </a:lnTo>
                <a:lnTo>
                  <a:pt x="36222" y="38922"/>
                </a:lnTo>
                <a:lnTo>
                  <a:pt x="31891" y="36411"/>
                </a:lnTo>
                <a:lnTo>
                  <a:pt x="24985" y="48339"/>
                </a:lnTo>
                <a:lnTo>
                  <a:pt x="36976" y="55244"/>
                </a:lnTo>
                <a:lnTo>
                  <a:pt x="39487" y="50912"/>
                </a:lnTo>
                <a:lnTo>
                  <a:pt x="36725" y="49280"/>
                </a:lnTo>
                <a:lnTo>
                  <a:pt x="37729" y="48966"/>
                </a:lnTo>
                <a:lnTo>
                  <a:pt x="38734" y="48590"/>
                </a:lnTo>
                <a:lnTo>
                  <a:pt x="39675" y="48276"/>
                </a:lnTo>
                <a:lnTo>
                  <a:pt x="40617" y="47836"/>
                </a:lnTo>
                <a:lnTo>
                  <a:pt x="41496" y="47397"/>
                </a:lnTo>
                <a:lnTo>
                  <a:pt x="42375" y="46895"/>
                </a:lnTo>
                <a:lnTo>
                  <a:pt x="43253" y="46392"/>
                </a:lnTo>
                <a:lnTo>
                  <a:pt x="44070" y="45827"/>
                </a:lnTo>
                <a:lnTo>
                  <a:pt x="44886" y="45262"/>
                </a:lnTo>
                <a:lnTo>
                  <a:pt x="45702" y="44635"/>
                </a:lnTo>
                <a:lnTo>
                  <a:pt x="46455" y="44007"/>
                </a:lnTo>
                <a:lnTo>
                  <a:pt x="47208" y="43316"/>
                </a:lnTo>
                <a:lnTo>
                  <a:pt x="47899" y="42626"/>
                </a:lnTo>
                <a:lnTo>
                  <a:pt x="48590" y="41872"/>
                </a:lnTo>
                <a:lnTo>
                  <a:pt x="49280" y="41056"/>
                </a:lnTo>
                <a:lnTo>
                  <a:pt x="49908" y="40240"/>
                </a:lnTo>
                <a:lnTo>
                  <a:pt x="50536" y="39424"/>
                </a:lnTo>
                <a:lnTo>
                  <a:pt x="51101" y="38545"/>
                </a:lnTo>
                <a:lnTo>
                  <a:pt x="51603" y="37666"/>
                </a:lnTo>
                <a:lnTo>
                  <a:pt x="52105" y="36788"/>
                </a:lnTo>
                <a:lnTo>
                  <a:pt x="52544" y="35909"/>
                </a:lnTo>
                <a:lnTo>
                  <a:pt x="52984" y="34967"/>
                </a:lnTo>
                <a:lnTo>
                  <a:pt x="53361" y="34088"/>
                </a:lnTo>
                <a:lnTo>
                  <a:pt x="53674" y="33146"/>
                </a:lnTo>
                <a:lnTo>
                  <a:pt x="53988" y="32142"/>
                </a:lnTo>
                <a:lnTo>
                  <a:pt x="54239" y="31200"/>
                </a:lnTo>
                <a:lnTo>
                  <a:pt x="54428" y="30196"/>
                </a:lnTo>
                <a:lnTo>
                  <a:pt x="54616" y="29254"/>
                </a:lnTo>
                <a:lnTo>
                  <a:pt x="54742" y="28187"/>
                </a:lnTo>
                <a:lnTo>
                  <a:pt x="54867" y="27183"/>
                </a:lnTo>
                <a:lnTo>
                  <a:pt x="54930" y="26178"/>
                </a:lnTo>
                <a:lnTo>
                  <a:pt x="54930" y="25111"/>
                </a:lnTo>
                <a:lnTo>
                  <a:pt x="54930" y="23793"/>
                </a:lnTo>
                <a:lnTo>
                  <a:pt x="54804" y="22600"/>
                </a:ln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538" name="Google Shape;538;p67"/>
          <p:cNvSpPr txBox="1"/>
          <p:nvPr>
            <p:ph idx="1" type="subTitle"/>
          </p:nvPr>
        </p:nvSpPr>
        <p:spPr>
          <a:xfrm>
            <a:off x="284850" y="3388675"/>
            <a:ext cx="2056200" cy="101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000"/>
          </a:p>
        </p:txBody>
      </p:sp>
      <p:cxnSp>
        <p:nvCxnSpPr>
          <p:cNvPr id="539" name="Google Shape;539;p67"/>
          <p:cNvCxnSpPr/>
          <p:nvPr/>
        </p:nvCxnSpPr>
        <p:spPr>
          <a:xfrm>
            <a:off x="283850" y="1116850"/>
            <a:ext cx="2773200" cy="0"/>
          </a:xfrm>
          <a:prstGeom prst="straightConnector1">
            <a:avLst/>
          </a:prstGeom>
          <a:noFill/>
          <a:ln cap="flat" cmpd="sng" w="9525">
            <a:solidFill>
              <a:schemeClr val="lt1"/>
            </a:solidFill>
            <a:prstDash val="solid"/>
            <a:round/>
            <a:headEnd len="med" w="med" type="none"/>
            <a:tailEnd len="med" w="med" type="none"/>
          </a:ln>
        </p:spPr>
      </p:cxnSp>
      <p:sp>
        <p:nvSpPr>
          <p:cNvPr id="540" name="Google Shape;540;p67"/>
          <p:cNvSpPr txBox="1"/>
          <p:nvPr/>
        </p:nvSpPr>
        <p:spPr>
          <a:xfrm>
            <a:off x="479125" y="2082663"/>
            <a:ext cx="2056200" cy="8043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None/>
            </a:pPr>
            <a:r>
              <a:rPr lang="en" sz="1800">
                <a:solidFill>
                  <a:schemeClr val="lt1"/>
                </a:solidFill>
                <a:latin typeface="Inter"/>
                <a:ea typeface="Inter"/>
                <a:cs typeface="Inter"/>
                <a:sym typeface="Inter"/>
              </a:rPr>
              <a:t>Any questions? Ask away!</a:t>
            </a:r>
            <a:endParaRPr sz="1800">
              <a:solidFill>
                <a:schemeClr val="lt1"/>
              </a:solidFill>
              <a:latin typeface="Inter"/>
              <a:ea typeface="Inter"/>
              <a:cs typeface="Inter"/>
              <a:sym typeface="Inter"/>
            </a:endParaRPr>
          </a:p>
          <a:p>
            <a:pPr indent="0" lvl="0" marL="0" rtl="0" algn="l">
              <a:spcBef>
                <a:spcPts val="0"/>
              </a:spcBef>
              <a:spcAft>
                <a:spcPts val="0"/>
              </a:spcAft>
              <a:buNone/>
            </a:pPr>
            <a:r>
              <a:t/>
            </a:r>
            <a:endParaRPr sz="1800">
              <a:solidFill>
                <a:schemeClr val="lt1"/>
              </a:solidFill>
              <a:latin typeface="Inter"/>
              <a:ea typeface="Inter"/>
              <a:cs typeface="Inter"/>
              <a:sym typeface="Inter"/>
            </a:endParaRPr>
          </a:p>
        </p:txBody>
      </p:sp>
      <p:sp>
        <p:nvSpPr>
          <p:cNvPr id="541" name="Google Shape;541;p67"/>
          <p:cNvSpPr txBox="1"/>
          <p:nvPr/>
        </p:nvSpPr>
        <p:spPr>
          <a:xfrm>
            <a:off x="284700" y="456375"/>
            <a:ext cx="2054700" cy="6606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0"/>
              </a:spcBef>
              <a:spcAft>
                <a:spcPts val="0"/>
              </a:spcAft>
              <a:buNone/>
            </a:pPr>
            <a:r>
              <a:rPr lang="en" sz="6000">
                <a:solidFill>
                  <a:schemeClr val="lt1"/>
                </a:solidFill>
                <a:latin typeface="Inter"/>
                <a:ea typeface="Inter"/>
                <a:cs typeface="Inter"/>
                <a:sym typeface="Inter"/>
              </a:rPr>
              <a:t>Q&amp;A</a:t>
            </a:r>
            <a:endParaRPr sz="6000">
              <a:solidFill>
                <a:schemeClr val="lt1"/>
              </a:solidFill>
              <a:latin typeface="Inter"/>
              <a:ea typeface="Inter"/>
              <a:cs typeface="Inter"/>
              <a:sym typeface="Inter"/>
            </a:endParaRPr>
          </a:p>
        </p:txBody>
      </p:sp>
      <p:sp>
        <p:nvSpPr>
          <p:cNvPr id="542" name="Google Shape;542;p6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600">
              <a:solidFill>
                <a:schemeClr val="lt1"/>
              </a:solidFill>
              <a:latin typeface="Inter"/>
              <a:ea typeface="Inter"/>
              <a:cs typeface="Inter"/>
              <a:sym typeface="Inter"/>
            </a:endParaRPr>
          </a:p>
        </p:txBody>
      </p:sp>
      <p:sp>
        <p:nvSpPr>
          <p:cNvPr id="543" name="Google Shape;543;p6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600">
              <a:solidFill>
                <a:schemeClr val="lt1"/>
              </a:solidFill>
              <a:latin typeface="Inter"/>
              <a:ea typeface="Inter"/>
              <a:cs typeface="Inter"/>
              <a:sym typeface="Inter"/>
            </a:endParaRPr>
          </a:p>
        </p:txBody>
      </p:sp>
      <p:sp>
        <p:nvSpPr>
          <p:cNvPr id="544" name="Google Shape;544;p6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600">
              <a:solidFill>
                <a:schemeClr val="lt1"/>
              </a:solidFill>
              <a:latin typeface="Inter"/>
              <a:ea typeface="Inter"/>
              <a:cs typeface="Inter"/>
              <a:sym typeface="Inter"/>
            </a:endParaRPr>
          </a:p>
        </p:txBody>
      </p:sp>
      <p:sp>
        <p:nvSpPr>
          <p:cNvPr id="545" name="Google Shape;545;p67"/>
          <p:cNvSpPr txBox="1"/>
          <p:nvPr/>
        </p:nvSpPr>
        <p:spPr>
          <a:xfrm>
            <a:off x="343050" y="4778675"/>
            <a:ext cx="4227300" cy="83100"/>
          </a:xfrm>
          <a:prstGeom prst="rect">
            <a:avLst/>
          </a:prstGeom>
          <a:noFill/>
          <a:ln>
            <a:noFill/>
          </a:ln>
        </p:spPr>
        <p:txBody>
          <a:bodyPr anchorCtr="0" anchor="ctr" bIns="0" lIns="0" spcFirstLastPara="1" rIns="0" wrap="square" tIns="0">
            <a:spAutoFit/>
          </a:bodyPr>
          <a:lstStyle/>
          <a:p>
            <a:pPr indent="0" lvl="0" marL="0" rtl="0" algn="l">
              <a:lnSpc>
                <a:spcPct val="90000"/>
              </a:lnSpc>
              <a:spcBef>
                <a:spcPts val="0"/>
              </a:spcBef>
              <a:spcAft>
                <a:spcPts val="0"/>
              </a:spcAft>
              <a:buNone/>
            </a:pPr>
            <a:r>
              <a:t/>
            </a:r>
            <a:endParaRPr sz="600">
              <a:solidFill>
                <a:schemeClr val="lt1"/>
              </a:solidFill>
              <a:latin typeface="Inter"/>
              <a:ea typeface="Inter"/>
              <a:cs typeface="Inter"/>
              <a:sym typeface="Inter"/>
            </a:endParaRPr>
          </a:p>
        </p:txBody>
      </p:sp>
      <p:cxnSp>
        <p:nvCxnSpPr>
          <p:cNvPr id="546" name="Google Shape;546;p67"/>
          <p:cNvCxnSpPr/>
          <p:nvPr/>
        </p:nvCxnSpPr>
        <p:spPr>
          <a:xfrm>
            <a:off x="283850" y="3217775"/>
            <a:ext cx="2773200" cy="0"/>
          </a:xfrm>
          <a:prstGeom prst="straightConnector1">
            <a:avLst/>
          </a:prstGeom>
          <a:noFill/>
          <a:ln cap="flat" cmpd="sng" w="9525">
            <a:solidFill>
              <a:schemeClr val="lt1"/>
            </a:solidFill>
            <a:prstDash val="solid"/>
            <a:round/>
            <a:headEnd len="med" w="med" type="none"/>
            <a:tailEnd len="med" w="med" type="none"/>
          </a:ln>
        </p:spPr>
      </p:cxnSp>
      <p:pic>
        <p:nvPicPr>
          <p:cNvPr id="547" name="Google Shape;547;p67" title="download-1.jpg"/>
          <p:cNvPicPr preferRelativeResize="0"/>
          <p:nvPr/>
        </p:nvPicPr>
        <p:blipFill>
          <a:blip r:embed="rId3">
            <a:alphaModFix/>
          </a:blip>
          <a:stretch>
            <a:fillRect/>
          </a:stretch>
        </p:blipFill>
        <p:spPr>
          <a:xfrm>
            <a:off x="4708225" y="833750"/>
            <a:ext cx="3412575" cy="3397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