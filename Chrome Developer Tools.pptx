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Lato-bold.fntdata"/><Relationship Id="rId10" Type="http://schemas.openxmlformats.org/officeDocument/2006/relationships/slide" Target="slides/slide6.xml"/><Relationship Id="rId21" Type="http://schemas.openxmlformats.org/officeDocument/2006/relationships/font" Target="fonts/Lato-regular.fntdata"/><Relationship Id="rId13" Type="http://schemas.openxmlformats.org/officeDocument/2006/relationships/slide" Target="slides/slide9.xml"/><Relationship Id="rId24" Type="http://schemas.openxmlformats.org/officeDocument/2006/relationships/font" Target="fonts/Lato-boldItalic.fntdata"/><Relationship Id="rId12" Type="http://schemas.openxmlformats.org/officeDocument/2006/relationships/slide" Target="slides/slide8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dff38d59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dff38d59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6eb821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6eb821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6eb821a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6eb821a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36eb821a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36eb821a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6eb821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6eb821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6eb821a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6eb821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36eb821a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36eb821a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36eb821a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36eb821a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6eb821a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36eb821a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6eb821a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6eb821a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36eb821a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36eb821a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36eb821a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36eb821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36eb821a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36eb821a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a5a82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a5a82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dff38d59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dff38d59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chrome.google.com/webstore/detail/quick-source-viewer/cfmcghennfbpmhemnnfjhkdmnbidpanb?hl=en-US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developers.google.com/web/tools/chrome-devtools/" TargetMode="External"/><Relationship Id="rId5" Type="http://schemas.openxmlformats.org/officeDocument/2006/relationships/hyperlink" Target="https://www.youtube.com/watch?v=nOEw9iiopwI" TargetMode="External"/><Relationship Id="rId6" Type="http://schemas.openxmlformats.org/officeDocument/2006/relationships/hyperlink" Target="https://hackernoon.com/mastering-chrome-developer-tools-next-level-front-end-development-techniques-4755649d96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Chrome Developer Tools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What are Chrome Developer Tools?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64900" y="1017725"/>
            <a:ext cx="8467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Tools built into the Chrome Browser that help web developers.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With these tools, developers can: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View source code (HTML, CSS and JS) for any web page.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Mouse over HTML elements to find where they are created in the code and how they are styled in the CSS.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See how a web page will look on a tablet or smartphone.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Debug their code.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Should I Use Chrome Developer Tools?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64900" y="1017725"/>
            <a:ext cx="8467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They’ll make your work go much faster because: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You can get ideas from other developers.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You can more easily debug HTML, CSS and JS code.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They let you see what your web page will look like on a variety of screen sizes (called “responsive design”).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Almost all web developer use them.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65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Source Code Viewer</a:t>
            </a:r>
            <a:endParaRPr b="1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View → Developer → View Source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64900" y="1017725"/>
            <a:ext cx="8467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View (and duplicate) the HTML code that creates the page structure.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Find out which HTML elements have which classes.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Read well-written HTML code.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Make sure it’s a reputable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company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website.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2 Ways to access the source code: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View → Developer → View Source.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 use the keyboard shortcut: &lt;CMD&gt; + &lt;OPTION&gt; + U.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7-08-17 at 10.38.50 AM.png"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00" y="278025"/>
            <a:ext cx="7219774" cy="4101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8"/>
          <p:cNvSpPr txBox="1"/>
          <p:nvPr/>
        </p:nvSpPr>
        <p:spPr>
          <a:xfrm>
            <a:off x="7622600" y="2042213"/>
            <a:ext cx="13224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Yuck.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Quick Source Viewer (Chrome Extension)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364900" y="1017725"/>
            <a:ext cx="84675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Download Quick Source Viewer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instead.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It’s a Chrome extension that “pretty prints” the source code.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Go to a website whose source code you want to view.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Click the Quick Source Viewer icon in upper right corner.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The source code is so much easier to read!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Screen Shot 2017-08-17 at 10.48.57 AM.png"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3813" y="2836025"/>
            <a:ext cx="4609675" cy="142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5931250" y="3225125"/>
            <a:ext cx="685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6807250" y="3325038"/>
            <a:ext cx="963900" cy="444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 much better!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7-08-17 at 10.54.24 AM.png"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0" y="1142325"/>
            <a:ext cx="723900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1735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Developer Tools</a:t>
            </a:r>
            <a:endParaRPr b="1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View → Developer → Developer Tools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364900" y="1017725"/>
            <a:ext cx="8467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All the benefits of viewing the source code PLUS.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View the CSS!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Great for finding out hex color values.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Great for finding out “How’d they do that?”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Mouse over page elements to see their relevant code.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See what a web page looks like on a tablet or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smartphone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2 Ways to access the Developer Tools: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View → Developer → Developer Tools.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 use the keyboard shortcut: &lt;CMD&gt; + &lt;OPTION&gt; + I.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7-08-17 at 10.52.08 AM.png"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538" y="163400"/>
            <a:ext cx="5296925" cy="437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2437375" y="0"/>
            <a:ext cx="685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 flipH="1">
            <a:off x="829675" y="163388"/>
            <a:ext cx="963900" cy="444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165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JavaScript Console</a:t>
            </a:r>
            <a:endParaRPr b="1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View → Developer → JavaScript Console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364900" y="1017725"/>
            <a:ext cx="8467500" cy="3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See if anything is printing to the JavaScript console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Errors? Expected output?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See if jQuery functions are working properly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Run JS code that’s embedded in an HTML file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Ways to access the source code: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View → Developer → JavaScript Console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 use the keyboard shortcut: &lt;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MD&gt; + &lt;OPTION&gt; + J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○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 click on “Console” to the right of “Elements” from the Developer Tools panel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7-08-17 at 11.05.19 AM.png"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400" y="1792775"/>
            <a:ext cx="50292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/>
          <p:nvPr/>
        </p:nvSpPr>
        <p:spPr>
          <a:xfrm>
            <a:off x="3493875" y="1612550"/>
            <a:ext cx="6858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 rot="5400000">
            <a:off x="3354825" y="3818188"/>
            <a:ext cx="963900" cy="444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View → Developer → JavaScript Console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165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Questions about Chrome Developer Tools?</a:t>
            </a:r>
            <a:endParaRPr b="1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Dev Tools Resources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364900" y="1017725"/>
            <a:ext cx="84675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Dev Tools documentation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12 tricks to develop quicker using Chrome dev tools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 (video).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Mastering Chrome Developer Tools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